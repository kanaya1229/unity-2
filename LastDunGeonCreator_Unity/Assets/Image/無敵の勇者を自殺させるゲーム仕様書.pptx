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1" r:id="rId12"/>
    <p:sldId id="274" r:id="rId13"/>
    <p:sldId id="263" r:id="rId14"/>
    <p:sldId id="265" r:id="rId15"/>
    <p:sldId id="266" r:id="rId16"/>
    <p:sldId id="267" r:id="rId17"/>
    <p:sldId id="269" r:id="rId18"/>
    <p:sldId id="272" r:id="rId19"/>
    <p:sldId id="270" r:id="rId20"/>
    <p:sldId id="268" r:id="rId21"/>
    <p:sldId id="275" r:id="rId22"/>
    <p:sldId id="273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DCE74-4FA2-8890-A7A0-AB5AF5E9BAC9}" v="1" dt="2026-09-10T00:51:53.081"/>
    <p1510:client id="{3BC10D49-A916-2DD7-84C2-B637704F34A4}" v="2" dt="2026-09-09T01:53:31.554"/>
    <p1510:client id="{EEA333C1-422D-31B3-1C17-F87337A506C6}" v="2" dt="2026-09-08T03:02:02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𠮷川 史弥" userId="S::tdn2532032@stu.o-hara.ac.jp::e43759a6-eae4-497e-90de-e77efb013c4c" providerId="AD" clId="Web-{094B43B5-521E-174D-A397-2F16767DBC8E}"/>
    <pc:docChg chg="addSld delSld">
      <pc:chgData name="𠮷川 史弥" userId="S::tdn2532032@stu.o-hara.ac.jp::e43759a6-eae4-497e-90de-e77efb013c4c" providerId="AD" clId="Web-{094B43B5-521E-174D-A397-2F16767DBC8E}" dt="2026-09-02T00:56:43.344" v="1"/>
      <pc:docMkLst>
        <pc:docMk/>
      </pc:docMkLst>
      <pc:sldChg chg="add del">
        <pc:chgData name="𠮷川 史弥" userId="S::tdn2532032@stu.o-hara.ac.jp::e43759a6-eae4-497e-90de-e77efb013c4c" providerId="AD" clId="Web-{094B43B5-521E-174D-A397-2F16767DBC8E}" dt="2026-09-02T00:56:43.344" v="1"/>
        <pc:sldMkLst>
          <pc:docMk/>
          <pc:sldMk cId="3218772869" sldId="256"/>
        </pc:sldMkLst>
      </pc:sldChg>
    </pc:docChg>
  </pc:docChgLst>
  <pc:docChgLst>
    <pc:chgData name="伊藤　海里" userId="S::tdn2532003@stu.o-hara.ac.jp::af9cd3cc-7950-452e-9a4a-fab01962ef47" providerId="AD" clId="Web-{169DCE74-4FA2-8890-A7A0-AB5AF5E9BAC9}"/>
    <pc:docChg chg="modSld">
      <pc:chgData name="伊藤　海里" userId="S::tdn2532003@stu.o-hara.ac.jp::af9cd3cc-7950-452e-9a4a-fab01962ef47" providerId="AD" clId="Web-{169DCE74-4FA2-8890-A7A0-AB5AF5E9BAC9}" dt="2026-09-10T00:51:53.081" v="0" actId="1076"/>
      <pc:docMkLst>
        <pc:docMk/>
      </pc:docMkLst>
      <pc:sldChg chg="modSp">
        <pc:chgData name="伊藤　海里" userId="S::tdn2532003@stu.o-hara.ac.jp::af9cd3cc-7950-452e-9a4a-fab01962ef47" providerId="AD" clId="Web-{169DCE74-4FA2-8890-A7A0-AB5AF5E9BAC9}" dt="2026-09-10T00:51:53.081" v="0" actId="1076"/>
        <pc:sldMkLst>
          <pc:docMk/>
          <pc:sldMk cId="4282177424" sldId="271"/>
        </pc:sldMkLst>
        <pc:picChg chg="mod">
          <ac:chgData name="伊藤　海里" userId="S::tdn2532003@stu.o-hara.ac.jp::af9cd3cc-7950-452e-9a4a-fab01962ef47" providerId="AD" clId="Web-{169DCE74-4FA2-8890-A7A0-AB5AF5E9BAC9}" dt="2026-09-10T00:51:53.081" v="0" actId="1076"/>
          <ac:picMkLst>
            <pc:docMk/>
            <pc:sldMk cId="4282177424" sldId="271"/>
            <ac:picMk id="4" creationId="{7048CAF9-51E6-4694-8C4E-0025726E0D21}"/>
          </ac:picMkLst>
        </pc:picChg>
      </pc:sldChg>
    </pc:docChg>
  </pc:docChgLst>
  <pc:docChgLst>
    <pc:chgData name="竹之内　諒" userId="S::tdn2532024@stu.o-hara.ac.jp::fb43b240-2b2d-43f3-a086-5c5d677e761f" providerId="AD" clId="Web-{3BC10D49-A916-2DD7-84C2-B637704F34A4}"/>
    <pc:docChg chg="modSld">
      <pc:chgData name="竹之内　諒" userId="S::tdn2532024@stu.o-hara.ac.jp::fb43b240-2b2d-43f3-a086-5c5d677e761f" providerId="AD" clId="Web-{3BC10D49-A916-2DD7-84C2-B637704F34A4}" dt="2026-09-09T01:53:31.554" v="1" actId="1076"/>
      <pc:docMkLst>
        <pc:docMk/>
      </pc:docMkLst>
      <pc:sldChg chg="modSp">
        <pc:chgData name="竹之内　諒" userId="S::tdn2532024@stu.o-hara.ac.jp::fb43b240-2b2d-43f3-a086-5c5d677e761f" providerId="AD" clId="Web-{3BC10D49-A916-2DD7-84C2-B637704F34A4}" dt="2026-09-09T01:53:31.554" v="1" actId="1076"/>
        <pc:sldMkLst>
          <pc:docMk/>
          <pc:sldMk cId="3557411929" sldId="260"/>
        </pc:sldMkLst>
        <pc:picChg chg="mod">
          <ac:chgData name="竹之内　諒" userId="S::tdn2532024@stu.o-hara.ac.jp::fb43b240-2b2d-43f3-a086-5c5d677e761f" providerId="AD" clId="Web-{3BC10D49-A916-2DD7-84C2-B637704F34A4}" dt="2026-09-09T01:53:31.554" v="1" actId="1076"/>
          <ac:picMkLst>
            <pc:docMk/>
            <pc:sldMk cId="3557411929" sldId="260"/>
            <ac:picMk id="21" creationId="{316DD9C1-939F-4EE0-8B1D-5769E141D3B0}"/>
          </ac:picMkLst>
        </pc:picChg>
      </pc:sldChg>
    </pc:docChg>
  </pc:docChgLst>
  <pc:docChgLst>
    <pc:chgData name="石坂　隼翔" userId="9d23e5a3-ba41-4296-9c9f-59c0047cb235" providerId="ADAL" clId="{0495698A-F9B7-423B-BD23-076909B9965D}"/>
    <pc:docChg chg="undo custSel modSld">
      <pc:chgData name="石坂　隼翔" userId="9d23e5a3-ba41-4296-9c9f-59c0047cb235" providerId="ADAL" clId="{0495698A-F9B7-423B-BD23-076909B9965D}" dt="2026-07-22T06:08:23.209" v="348" actId="20577"/>
      <pc:docMkLst>
        <pc:docMk/>
      </pc:docMkLst>
      <pc:sldChg chg="addSp delSp modSp mod">
        <pc:chgData name="石坂　隼翔" userId="9d23e5a3-ba41-4296-9c9f-59c0047cb235" providerId="ADAL" clId="{0495698A-F9B7-423B-BD23-076909B9965D}" dt="2026-07-19T18:11:30.562" v="171" actId="11529"/>
        <pc:sldMkLst>
          <pc:docMk/>
          <pc:sldMk cId="933964371" sldId="270"/>
        </pc:sldMkLst>
        <pc:spChg chg="mod">
          <ac:chgData name="石坂　隼翔" userId="9d23e5a3-ba41-4296-9c9f-59c0047cb235" providerId="ADAL" clId="{0495698A-F9B7-423B-BD23-076909B9965D}" dt="2026-07-19T18:07:50.134" v="120" actId="207"/>
          <ac:spMkLst>
            <pc:docMk/>
            <pc:sldMk cId="933964371" sldId="270"/>
            <ac:spMk id="21" creationId="{4727464C-92F1-4390-B074-6B2BB2837894}"/>
          </ac:spMkLst>
        </pc:spChg>
        <pc:spChg chg="mod">
          <ac:chgData name="石坂　隼翔" userId="9d23e5a3-ba41-4296-9c9f-59c0047cb235" providerId="ADAL" clId="{0495698A-F9B7-423B-BD23-076909B9965D}" dt="2026-07-19T18:08:06.294" v="121" actId="207"/>
          <ac:spMkLst>
            <pc:docMk/>
            <pc:sldMk cId="933964371" sldId="270"/>
            <ac:spMk id="23" creationId="{A777A4D0-79FD-4621-BBA4-F440B7B5353F}"/>
          </ac:spMkLst>
        </pc:spChg>
        <pc:spChg chg="mod">
          <ac:chgData name="石坂　隼翔" userId="9d23e5a3-ba41-4296-9c9f-59c0047cb235" providerId="ADAL" clId="{0495698A-F9B7-423B-BD23-076909B9965D}" dt="2026-07-19T18:10:42.180" v="163" actId="207"/>
          <ac:spMkLst>
            <pc:docMk/>
            <pc:sldMk cId="933964371" sldId="270"/>
            <ac:spMk id="25" creationId="{DF7610E1-9FCB-44D9-9EE6-85D5FA84A684}"/>
          </ac:spMkLst>
        </pc:spChg>
        <pc:spChg chg="mod">
          <ac:chgData name="石坂　隼翔" userId="9d23e5a3-ba41-4296-9c9f-59c0047cb235" providerId="ADAL" clId="{0495698A-F9B7-423B-BD23-076909B9965D}" dt="2026-07-19T18:10:30.131" v="159" actId="14100"/>
          <ac:spMkLst>
            <pc:docMk/>
            <pc:sldMk cId="933964371" sldId="270"/>
            <ac:spMk id="32" creationId="{10640AAA-071B-4E3A-A67B-A78777C9B9E3}"/>
          </ac:spMkLst>
        </pc:spChg>
        <pc:spChg chg="mod">
          <ac:chgData name="石坂　隼翔" userId="9d23e5a3-ba41-4296-9c9f-59c0047cb235" providerId="ADAL" clId="{0495698A-F9B7-423B-BD23-076909B9965D}" dt="2026-07-19T18:10:40.255" v="162" actId="207"/>
          <ac:spMkLst>
            <pc:docMk/>
            <pc:sldMk cId="933964371" sldId="270"/>
            <ac:spMk id="35" creationId="{A1E47889-82C0-46E2-8E23-886E9DA720DE}"/>
          </ac:spMkLst>
        </pc:spChg>
        <pc:spChg chg="mod">
          <ac:chgData name="石坂　隼翔" userId="9d23e5a3-ba41-4296-9c9f-59c0047cb235" providerId="ADAL" clId="{0495698A-F9B7-423B-BD23-076909B9965D}" dt="2026-07-19T18:10:26.028" v="146" actId="14100"/>
          <ac:spMkLst>
            <pc:docMk/>
            <pc:sldMk cId="933964371" sldId="270"/>
            <ac:spMk id="41" creationId="{CCD2D1D5-016D-44CF-948C-48313C2AA6F8}"/>
          </ac:spMkLst>
        </pc:spChg>
        <pc:spChg chg="mod">
          <ac:chgData name="石坂　隼翔" userId="9d23e5a3-ba41-4296-9c9f-59c0047cb235" providerId="ADAL" clId="{0495698A-F9B7-423B-BD23-076909B9965D}" dt="2026-07-19T18:10:30.808" v="161" actId="1076"/>
          <ac:spMkLst>
            <pc:docMk/>
            <pc:sldMk cId="933964371" sldId="270"/>
            <ac:spMk id="44" creationId="{305924BE-00E4-4204-AE8C-D658D7691331}"/>
          </ac:spMkLst>
        </pc:spChg>
        <pc:spChg chg="mod">
          <ac:chgData name="石坂　隼翔" userId="9d23e5a3-ba41-4296-9c9f-59c0047cb235" providerId="ADAL" clId="{0495698A-F9B7-423B-BD23-076909B9965D}" dt="2026-07-19T18:10:30.430" v="160" actId="1076"/>
          <ac:spMkLst>
            <pc:docMk/>
            <pc:sldMk cId="933964371" sldId="270"/>
            <ac:spMk id="46" creationId="{1128D9B6-EBF6-4AAA-AA48-49A2424B30D3}"/>
          </ac:spMkLst>
        </pc:spChg>
      </pc:sldChg>
      <pc:sldChg chg="modSp mod">
        <pc:chgData name="石坂　隼翔" userId="9d23e5a3-ba41-4296-9c9f-59c0047cb235" providerId="ADAL" clId="{0495698A-F9B7-423B-BD23-076909B9965D}" dt="2026-07-19T18:14:48.113" v="343" actId="20577"/>
        <pc:sldMkLst>
          <pc:docMk/>
          <pc:sldMk cId="3706710941" sldId="273"/>
        </pc:sldMkLst>
        <pc:spChg chg="mod">
          <ac:chgData name="石坂　隼翔" userId="9d23e5a3-ba41-4296-9c9f-59c0047cb235" providerId="ADAL" clId="{0495698A-F9B7-423B-BD23-076909B9965D}" dt="2026-07-19T18:14:48.113" v="343" actId="20577"/>
          <ac:spMkLst>
            <pc:docMk/>
            <pc:sldMk cId="3706710941" sldId="273"/>
            <ac:spMk id="2" creationId="{EE457019-CD4F-4910-B18C-272D6953E1AC}"/>
          </ac:spMkLst>
        </pc:spChg>
      </pc:sldChg>
      <pc:sldChg chg="modSp mod">
        <pc:chgData name="石坂　隼翔" userId="9d23e5a3-ba41-4296-9c9f-59c0047cb235" providerId="ADAL" clId="{0495698A-F9B7-423B-BD23-076909B9965D}" dt="2026-07-20T15:06:27.717" v="344" actId="1076"/>
        <pc:sldMkLst>
          <pc:docMk/>
          <pc:sldMk cId="1982963416" sldId="274"/>
        </pc:sldMkLst>
        <pc:spChg chg="mod">
          <ac:chgData name="石坂　隼翔" userId="9d23e5a3-ba41-4296-9c9f-59c0047cb235" providerId="ADAL" clId="{0495698A-F9B7-423B-BD23-076909B9965D}" dt="2026-07-20T15:06:27.717" v="344" actId="1076"/>
          <ac:spMkLst>
            <pc:docMk/>
            <pc:sldMk cId="1982963416" sldId="274"/>
            <ac:spMk id="2" creationId="{076F10C2-CFEE-46B2-A709-FA7BB856990B}"/>
          </ac:spMkLst>
        </pc:spChg>
      </pc:sldChg>
      <pc:sldChg chg="modSp mod">
        <pc:chgData name="石坂　隼翔" userId="9d23e5a3-ba41-4296-9c9f-59c0047cb235" providerId="ADAL" clId="{0495698A-F9B7-423B-BD23-076909B9965D}" dt="2026-07-22T06:08:23.209" v="348" actId="20577"/>
        <pc:sldMkLst>
          <pc:docMk/>
          <pc:sldMk cId="1295261920" sldId="275"/>
        </pc:sldMkLst>
        <pc:spChg chg="mod">
          <ac:chgData name="石坂　隼翔" userId="9d23e5a3-ba41-4296-9c9f-59c0047cb235" providerId="ADAL" clId="{0495698A-F9B7-423B-BD23-076909B9965D}" dt="2026-07-22T06:08:23.209" v="348" actId="20577"/>
          <ac:spMkLst>
            <pc:docMk/>
            <pc:sldMk cId="1295261920" sldId="275"/>
            <ac:spMk id="3" creationId="{F6059505-0F62-4FDD-AC1E-00D2A336C2A9}"/>
          </ac:spMkLst>
        </pc:spChg>
      </pc:sldChg>
    </pc:docChg>
  </pc:docChgLst>
  <pc:docChgLst>
    <pc:chgData name="𠮷川 史弥" userId="S::tdn2532032@stu.o-hara.ac.jp::e43759a6-eae4-497e-90de-e77efb013c4c" providerId="AD" clId="Web-{97EFACC4-2192-37F0-5546-4A1CD703CE94}"/>
    <pc:docChg chg="addSld delSld">
      <pc:chgData name="𠮷川 史弥" userId="S::tdn2532032@stu.o-hara.ac.jp::e43759a6-eae4-497e-90de-e77efb013c4c" providerId="AD" clId="Web-{97EFACC4-2192-37F0-5546-4A1CD703CE94}" dt="2026-09-03T01:17:20.785" v="1"/>
      <pc:docMkLst>
        <pc:docMk/>
      </pc:docMkLst>
      <pc:sldChg chg="new del">
        <pc:chgData name="𠮷川 史弥" userId="S::tdn2532032@stu.o-hara.ac.jp::e43759a6-eae4-497e-90de-e77efb013c4c" providerId="AD" clId="Web-{97EFACC4-2192-37F0-5546-4A1CD703CE94}" dt="2026-09-03T01:17:20.785" v="1"/>
        <pc:sldMkLst>
          <pc:docMk/>
          <pc:sldMk cId="778178422" sldId="276"/>
        </pc:sldMkLst>
      </pc:sldChg>
    </pc:docChg>
  </pc:docChgLst>
  <pc:docChgLst>
    <pc:chgData name="𠮷川 史弥" userId="S::tdn2532032@stu.o-hara.ac.jp::e43759a6-eae4-497e-90de-e77efb013c4c" providerId="AD" clId="Web-{EEA333C1-422D-31B3-1C17-F87337A506C6}"/>
    <pc:docChg chg="modSld">
      <pc:chgData name="𠮷川 史弥" userId="S::tdn2532032@stu.o-hara.ac.jp::e43759a6-eae4-497e-90de-e77efb013c4c" providerId="AD" clId="Web-{EEA333C1-422D-31B3-1C17-F87337A506C6}" dt="2026-09-08T03:02:02.785" v="1" actId="1076"/>
      <pc:docMkLst>
        <pc:docMk/>
      </pc:docMkLst>
      <pc:sldChg chg="modSp">
        <pc:chgData name="𠮷川 史弥" userId="S::tdn2532032@stu.o-hara.ac.jp::e43759a6-eae4-497e-90de-e77efb013c4c" providerId="AD" clId="Web-{EEA333C1-422D-31B3-1C17-F87337A506C6}" dt="2026-09-08T03:02:02.785" v="1" actId="1076"/>
        <pc:sldMkLst>
          <pc:docMk/>
          <pc:sldMk cId="3557411929" sldId="260"/>
        </pc:sldMkLst>
        <pc:picChg chg="mod">
          <ac:chgData name="𠮷川 史弥" userId="S::tdn2532032@stu.o-hara.ac.jp::e43759a6-eae4-497e-90de-e77efb013c4c" providerId="AD" clId="Web-{EEA333C1-422D-31B3-1C17-F87337A506C6}" dt="2026-09-08T03:02:02.785" v="1" actId="1076"/>
          <ac:picMkLst>
            <pc:docMk/>
            <pc:sldMk cId="3557411929" sldId="260"/>
            <ac:picMk id="10" creationId="{77F78CC0-C387-4D12-8CAE-B93A47E5BD56}"/>
          </ac:picMkLst>
        </pc:picChg>
      </pc:sldChg>
    </pc:docChg>
  </pc:docChgLst>
  <pc:docChgLst>
    <pc:chgData name="石坂　隼翔" userId="9d23e5a3-ba41-4296-9c9f-59c0047cb235" providerId="ADAL" clId="{3B9A2F35-03CA-466B-A004-C635CD703001}"/>
    <pc:docChg chg="undo custSel addSld delSld modSld sldOrd">
      <pc:chgData name="石坂　隼翔" userId="9d23e5a3-ba41-4296-9c9f-59c0047cb235" providerId="ADAL" clId="{3B9A2F35-03CA-466B-A004-C635CD703001}" dt="2026-07-23T00:43:55.990" v="6044" actId="1076"/>
      <pc:docMkLst>
        <pc:docMk/>
      </pc:docMkLst>
      <pc:sldChg chg="addSp delSp modSp mod">
        <pc:chgData name="石坂　隼翔" userId="9d23e5a3-ba41-4296-9c9f-59c0047cb235" providerId="ADAL" clId="{3B9A2F35-03CA-466B-A004-C635CD703001}" dt="2026-07-01T05:46:30.173" v="11" actId="14100"/>
        <pc:sldMkLst>
          <pc:docMk/>
          <pc:sldMk cId="3218772869" sldId="256"/>
        </pc:sldMkLst>
        <pc:picChg chg="add mod">
          <ac:chgData name="石坂　隼翔" userId="9d23e5a3-ba41-4296-9c9f-59c0047cb235" providerId="ADAL" clId="{3B9A2F35-03CA-466B-A004-C635CD703001}" dt="2026-07-01T05:46:30.173" v="11" actId="14100"/>
          <ac:picMkLst>
            <pc:docMk/>
            <pc:sldMk cId="3218772869" sldId="256"/>
            <ac:picMk id="4" creationId="{B9A7CE9B-CE8A-4112-846E-810E25D3DAFA}"/>
          </ac:picMkLst>
        </pc:picChg>
      </pc:sldChg>
      <pc:sldChg chg="addSp delSp modSp mod">
        <pc:chgData name="石坂　隼翔" userId="9d23e5a3-ba41-4296-9c9f-59c0047cb235" providerId="ADAL" clId="{3B9A2F35-03CA-466B-A004-C635CD703001}" dt="2026-07-22T03:32:20.809" v="5846" actId="20577"/>
        <pc:sldMkLst>
          <pc:docMk/>
          <pc:sldMk cId="560706255" sldId="257"/>
        </pc:sldMkLst>
        <pc:spChg chg="mod">
          <ac:chgData name="石坂　隼翔" userId="9d23e5a3-ba41-4296-9c9f-59c0047cb235" providerId="ADAL" clId="{3B9A2F35-03CA-466B-A004-C635CD703001}" dt="2026-07-02T00:37:38.634" v="23" actId="1076"/>
          <ac:spMkLst>
            <pc:docMk/>
            <pc:sldMk cId="560706255" sldId="257"/>
            <ac:spMk id="2" creationId="{1FF1B739-C486-4DFF-AC5B-C271E76C050A}"/>
          </ac:spMkLst>
        </pc:spChg>
        <pc:spChg chg="add mod">
          <ac:chgData name="石坂　隼翔" userId="9d23e5a3-ba41-4296-9c9f-59c0047cb235" providerId="ADAL" clId="{3B9A2F35-03CA-466B-A004-C635CD703001}" dt="2026-07-22T03:32:20.809" v="5846" actId="20577"/>
          <ac:spMkLst>
            <pc:docMk/>
            <pc:sldMk cId="560706255" sldId="257"/>
            <ac:spMk id="4" creationId="{384C2702-061A-48B2-AD0A-46A4D405050E}"/>
          </ac:spMkLst>
        </pc:spChg>
      </pc:sldChg>
      <pc:sldChg chg="addSp modSp mod">
        <pc:chgData name="石坂　隼翔" userId="9d23e5a3-ba41-4296-9c9f-59c0047cb235" providerId="ADAL" clId="{3B9A2F35-03CA-466B-A004-C635CD703001}" dt="2026-07-02T01:45:49.882" v="389" actId="20577"/>
        <pc:sldMkLst>
          <pc:docMk/>
          <pc:sldMk cId="566563608" sldId="258"/>
        </pc:sldMkLst>
        <pc:spChg chg="add mod">
          <ac:chgData name="石坂　隼翔" userId="9d23e5a3-ba41-4296-9c9f-59c0047cb235" providerId="ADAL" clId="{3B9A2F35-03CA-466B-A004-C635CD703001}" dt="2026-07-02T01:45:49.882" v="389" actId="20577"/>
          <ac:spMkLst>
            <pc:docMk/>
            <pc:sldMk cId="566563608" sldId="258"/>
            <ac:spMk id="3" creationId="{BB596182-C5BE-4125-A2BB-F534F5BAC863}"/>
          </ac:spMkLst>
        </pc:spChg>
      </pc:sldChg>
      <pc:sldChg chg="addSp delSp modSp mod">
        <pc:chgData name="石坂　隼翔" userId="9d23e5a3-ba41-4296-9c9f-59c0047cb235" providerId="ADAL" clId="{3B9A2F35-03CA-466B-A004-C635CD703001}" dt="2026-07-22T01:55:29.772" v="5512" actId="1076"/>
        <pc:sldMkLst>
          <pc:docMk/>
          <pc:sldMk cId="3968444931" sldId="259"/>
        </pc:sldMkLst>
        <pc:spChg chg="mod">
          <ac:chgData name="石坂　隼翔" userId="9d23e5a3-ba41-4296-9c9f-59c0047cb235" providerId="ADAL" clId="{3B9A2F35-03CA-466B-A004-C635CD703001}" dt="2026-07-02T00:52:48.114" v="57" actId="1076"/>
          <ac:spMkLst>
            <pc:docMk/>
            <pc:sldMk cId="3968444931" sldId="259"/>
            <ac:spMk id="2" creationId="{12634C0E-6609-4BCC-8CF8-FE58B723D870}"/>
          </ac:spMkLst>
        </pc:spChg>
        <pc:spChg chg="add mod">
          <ac:chgData name="石坂　隼翔" userId="9d23e5a3-ba41-4296-9c9f-59c0047cb235" providerId="ADAL" clId="{3B9A2F35-03CA-466B-A004-C635CD703001}" dt="2026-07-13T01:20:05.500" v="3529" actId="20577"/>
          <ac:spMkLst>
            <pc:docMk/>
            <pc:sldMk cId="3968444931" sldId="259"/>
            <ac:spMk id="3" creationId="{ED64881C-77F6-4E44-B135-3ACF66DF1852}"/>
          </ac:spMkLst>
        </pc:spChg>
        <pc:spChg chg="add mod">
          <ac:chgData name="石坂　隼翔" userId="9d23e5a3-ba41-4296-9c9f-59c0047cb235" providerId="ADAL" clId="{3B9A2F35-03CA-466B-A004-C635CD703001}" dt="2026-07-22T01:55:29.772" v="5512" actId="1076"/>
          <ac:spMkLst>
            <pc:docMk/>
            <pc:sldMk cId="3968444931" sldId="259"/>
            <ac:spMk id="9" creationId="{6329EE67-4ECB-48F0-92E5-F27A309F1789}"/>
          </ac:spMkLst>
        </pc:spChg>
        <pc:picChg chg="add mod ord">
          <ac:chgData name="石坂　隼翔" userId="9d23e5a3-ba41-4296-9c9f-59c0047cb235" providerId="ADAL" clId="{3B9A2F35-03CA-466B-A004-C635CD703001}" dt="2026-07-02T00:40:47.901" v="27" actId="171"/>
          <ac:picMkLst>
            <pc:docMk/>
            <pc:sldMk cId="3968444931" sldId="259"/>
            <ac:picMk id="6" creationId="{434319C2-1160-44B8-854B-6667B5709D72}"/>
          </ac:picMkLst>
        </pc:picChg>
        <pc:picChg chg="add mod">
          <ac:chgData name="石坂　隼翔" userId="9d23e5a3-ba41-4296-9c9f-59c0047cb235" providerId="ADAL" clId="{3B9A2F35-03CA-466B-A004-C635CD703001}" dt="2026-07-02T00:41:18.031" v="33" actId="1076"/>
          <ac:picMkLst>
            <pc:docMk/>
            <pc:sldMk cId="3968444931" sldId="259"/>
            <ac:picMk id="8" creationId="{E4ED2A8B-349F-455B-941A-0593330CAE79}"/>
          </ac:picMkLst>
        </pc:picChg>
        <pc:picChg chg="add mod">
          <ac:chgData name="石坂　隼翔" userId="9d23e5a3-ba41-4296-9c9f-59c0047cb235" providerId="ADAL" clId="{3B9A2F35-03CA-466B-A004-C635CD703001}" dt="2026-07-02T00:43:02.496" v="52" actId="1076"/>
          <ac:picMkLst>
            <pc:docMk/>
            <pc:sldMk cId="3968444931" sldId="259"/>
            <ac:picMk id="10" creationId="{4DF67A76-691A-4F54-B5DA-F36463BA5D80}"/>
          </ac:picMkLst>
        </pc:picChg>
        <pc:picChg chg="add mod">
          <ac:chgData name="石坂　隼翔" userId="9d23e5a3-ba41-4296-9c9f-59c0047cb235" providerId="ADAL" clId="{3B9A2F35-03CA-466B-A004-C635CD703001}" dt="2026-07-02T00:43:21.103" v="56" actId="1076"/>
          <ac:picMkLst>
            <pc:docMk/>
            <pc:sldMk cId="3968444931" sldId="259"/>
            <ac:picMk id="12" creationId="{8925A1BC-CBE0-4805-B699-0342D10ECD54}"/>
          </ac:picMkLst>
        </pc:picChg>
      </pc:sldChg>
      <pc:sldChg chg="addSp delSp modSp mod">
        <pc:chgData name="石坂　隼翔" userId="9d23e5a3-ba41-4296-9c9f-59c0047cb235" providerId="ADAL" clId="{3B9A2F35-03CA-466B-A004-C635CD703001}" dt="2026-07-16T00:55:46.613" v="5248" actId="1076"/>
        <pc:sldMkLst>
          <pc:docMk/>
          <pc:sldMk cId="3557411929" sldId="260"/>
        </pc:sldMkLst>
        <pc:spChg chg="add mod">
          <ac:chgData name="石坂　隼翔" userId="9d23e5a3-ba41-4296-9c9f-59c0047cb235" providerId="ADAL" clId="{3B9A2F35-03CA-466B-A004-C635CD703001}" dt="2026-07-13T05:14:05.454" v="4410" actId="1076"/>
          <ac:spMkLst>
            <pc:docMk/>
            <pc:sldMk cId="3557411929" sldId="260"/>
            <ac:spMk id="3" creationId="{AE0BB4B0-4D6E-44C6-A5B7-E6246F985A38}"/>
          </ac:spMkLst>
        </pc:spChg>
        <pc:spChg chg="add mod">
          <ac:chgData name="石坂　隼翔" userId="9d23e5a3-ba41-4296-9c9f-59c0047cb235" providerId="ADAL" clId="{3B9A2F35-03CA-466B-A004-C635CD703001}" dt="2026-07-09T00:45:35.892" v="1756" actId="20577"/>
          <ac:spMkLst>
            <pc:docMk/>
            <pc:sldMk cId="3557411929" sldId="260"/>
            <ac:spMk id="5" creationId="{BEF862A4-9108-4310-883C-8A24F801D6FC}"/>
          </ac:spMkLst>
        </pc:spChg>
        <pc:spChg chg="add mod">
          <ac:chgData name="石坂　隼翔" userId="9d23e5a3-ba41-4296-9c9f-59c0047cb235" providerId="ADAL" clId="{3B9A2F35-03CA-466B-A004-C635CD703001}" dt="2026-07-09T00:48:34.632" v="1799" actId="20577"/>
          <ac:spMkLst>
            <pc:docMk/>
            <pc:sldMk cId="3557411929" sldId="260"/>
            <ac:spMk id="6" creationId="{D49FA2A0-8BEA-4CD3-B5D5-ADB9D4B21B21}"/>
          </ac:spMkLst>
        </pc:spChg>
        <pc:spChg chg="add mod">
          <ac:chgData name="石坂　隼翔" userId="9d23e5a3-ba41-4296-9c9f-59c0047cb235" providerId="ADAL" clId="{3B9A2F35-03CA-466B-A004-C635CD703001}" dt="2026-07-16T00:55:46.613" v="5248" actId="1076"/>
          <ac:spMkLst>
            <pc:docMk/>
            <pc:sldMk cId="3557411929" sldId="260"/>
            <ac:spMk id="7" creationId="{C8414800-F084-4F9C-99F0-A53A712D51B7}"/>
          </ac:spMkLst>
        </pc:spChg>
        <pc:spChg chg="add mod">
          <ac:chgData name="石坂　隼翔" userId="9d23e5a3-ba41-4296-9c9f-59c0047cb235" providerId="ADAL" clId="{3B9A2F35-03CA-466B-A004-C635CD703001}" dt="2026-07-13T05:12:53.154" v="4336" actId="1076"/>
          <ac:spMkLst>
            <pc:docMk/>
            <pc:sldMk cId="3557411929" sldId="260"/>
            <ac:spMk id="26" creationId="{29D84B9D-52B1-40C3-BEB3-98EA11615A95}"/>
          </ac:spMkLst>
        </pc:spChg>
        <pc:spChg chg="add mod">
          <ac:chgData name="石坂　隼翔" userId="9d23e5a3-ba41-4296-9c9f-59c0047cb235" providerId="ADAL" clId="{3B9A2F35-03CA-466B-A004-C635CD703001}" dt="2026-07-13T05:12:44.241" v="4335" actId="20577"/>
          <ac:spMkLst>
            <pc:docMk/>
            <pc:sldMk cId="3557411929" sldId="260"/>
            <ac:spMk id="27" creationId="{BDA00BF5-52A6-4E7E-A969-C7F67E13FDE3}"/>
          </ac:spMkLst>
        </pc:spChg>
        <pc:spChg chg="add mod">
          <ac:chgData name="石坂　隼翔" userId="9d23e5a3-ba41-4296-9c9f-59c0047cb235" providerId="ADAL" clId="{3B9A2F35-03CA-466B-A004-C635CD703001}" dt="2026-07-13T05:24:15.300" v="4638" actId="1076"/>
          <ac:spMkLst>
            <pc:docMk/>
            <pc:sldMk cId="3557411929" sldId="260"/>
            <ac:spMk id="30" creationId="{75F29893-E314-4373-96F8-3B8E66F6998F}"/>
          </ac:spMkLst>
        </pc:spChg>
        <pc:picChg chg="add mod">
          <ac:chgData name="石坂　隼翔" userId="9d23e5a3-ba41-4296-9c9f-59c0047cb235" providerId="ADAL" clId="{3B9A2F35-03CA-466B-A004-C635CD703001}" dt="2026-07-09T00:44:04.155" v="1695" actId="1076"/>
          <ac:picMkLst>
            <pc:docMk/>
            <pc:sldMk cId="3557411929" sldId="260"/>
            <ac:picMk id="4" creationId="{05B2EBD1-340F-4C14-9299-219175344DFB}"/>
          </ac:picMkLst>
        </pc:picChg>
        <pc:picChg chg="add mod">
          <ac:chgData name="石坂　隼翔" userId="9d23e5a3-ba41-4296-9c9f-59c0047cb235" providerId="ADAL" clId="{3B9A2F35-03CA-466B-A004-C635CD703001}" dt="2026-07-08T05:03:49.553" v="473" actId="1076"/>
          <ac:picMkLst>
            <pc:docMk/>
            <pc:sldMk cId="3557411929" sldId="260"/>
            <ac:picMk id="8" creationId="{81BF8AB1-AFBD-49BE-B4E5-B91A9BBD34BF}"/>
          </ac:picMkLst>
        </pc:picChg>
        <pc:picChg chg="add mod">
          <ac:chgData name="石坂　隼翔" userId="9d23e5a3-ba41-4296-9c9f-59c0047cb235" providerId="ADAL" clId="{3B9A2F35-03CA-466B-A004-C635CD703001}" dt="2026-07-08T05:03:54.638" v="474" actId="1076"/>
          <ac:picMkLst>
            <pc:docMk/>
            <pc:sldMk cId="3557411929" sldId="260"/>
            <ac:picMk id="10" creationId="{77F78CC0-C387-4D12-8CAE-B93A47E5BD56}"/>
          </ac:picMkLst>
        </pc:picChg>
        <pc:picChg chg="add mod">
          <ac:chgData name="石坂　隼翔" userId="9d23e5a3-ba41-4296-9c9f-59c0047cb235" providerId="ADAL" clId="{3B9A2F35-03CA-466B-A004-C635CD703001}" dt="2026-07-08T05:03:25.240" v="468" actId="14100"/>
          <ac:picMkLst>
            <pc:docMk/>
            <pc:sldMk cId="3557411929" sldId="260"/>
            <ac:picMk id="13" creationId="{438BACB2-EE0B-4BB9-AB71-79D6D12E3DCB}"/>
          </ac:picMkLst>
        </pc:picChg>
        <pc:picChg chg="add mod">
          <ac:chgData name="石坂　隼翔" userId="9d23e5a3-ba41-4296-9c9f-59c0047cb235" providerId="ADAL" clId="{3B9A2F35-03CA-466B-A004-C635CD703001}" dt="2026-07-08T05:03:16.013" v="466" actId="14100"/>
          <ac:picMkLst>
            <pc:docMk/>
            <pc:sldMk cId="3557411929" sldId="260"/>
            <ac:picMk id="15" creationId="{60C9C3DB-265D-41FF-8364-D74E48607933}"/>
          </ac:picMkLst>
        </pc:picChg>
        <pc:picChg chg="add mod">
          <ac:chgData name="石坂　隼翔" userId="9d23e5a3-ba41-4296-9c9f-59c0047cb235" providerId="ADAL" clId="{3B9A2F35-03CA-466B-A004-C635CD703001}" dt="2026-07-08T05:03:32.973" v="470" actId="1076"/>
          <ac:picMkLst>
            <pc:docMk/>
            <pc:sldMk cId="3557411929" sldId="260"/>
            <ac:picMk id="17" creationId="{1A758728-ECF8-438C-97FA-E5440D42029A}"/>
          </ac:picMkLst>
        </pc:picChg>
        <pc:picChg chg="add mod">
          <ac:chgData name="石坂　隼翔" userId="9d23e5a3-ba41-4296-9c9f-59c0047cb235" providerId="ADAL" clId="{3B9A2F35-03CA-466B-A004-C635CD703001}" dt="2026-07-08T05:03:39.356" v="472" actId="1076"/>
          <ac:picMkLst>
            <pc:docMk/>
            <pc:sldMk cId="3557411929" sldId="260"/>
            <ac:picMk id="19" creationId="{44221725-5227-4DF5-8236-A99FB53B11BF}"/>
          </ac:picMkLst>
        </pc:picChg>
        <pc:picChg chg="add mod ord">
          <ac:chgData name="石坂　隼翔" userId="9d23e5a3-ba41-4296-9c9f-59c0047cb235" providerId="ADAL" clId="{3B9A2F35-03CA-466B-A004-C635CD703001}" dt="2026-07-08T05:01:34.048" v="451" actId="1076"/>
          <ac:picMkLst>
            <pc:docMk/>
            <pc:sldMk cId="3557411929" sldId="260"/>
            <ac:picMk id="21" creationId="{316DD9C1-939F-4EE0-8B1D-5769E141D3B0}"/>
          </ac:picMkLst>
        </pc:picChg>
        <pc:picChg chg="add mod ord">
          <ac:chgData name="石坂　隼翔" userId="9d23e5a3-ba41-4296-9c9f-59c0047cb235" providerId="ADAL" clId="{3B9A2F35-03CA-466B-A004-C635CD703001}" dt="2026-07-08T05:01:56.078" v="453" actId="14100"/>
          <ac:picMkLst>
            <pc:docMk/>
            <pc:sldMk cId="3557411929" sldId="260"/>
            <ac:picMk id="23" creationId="{F269567D-307F-4367-AEB6-4B338C517889}"/>
          </ac:picMkLst>
        </pc:picChg>
        <pc:picChg chg="add mod">
          <ac:chgData name="石坂　隼翔" userId="9d23e5a3-ba41-4296-9c9f-59c0047cb235" providerId="ADAL" clId="{3B9A2F35-03CA-466B-A004-C635CD703001}" dt="2026-07-08T05:04:07.620" v="476" actId="1076"/>
          <ac:picMkLst>
            <pc:docMk/>
            <pc:sldMk cId="3557411929" sldId="260"/>
            <ac:picMk id="24" creationId="{9224ECD7-87C0-4E89-9726-E33FB73FC79A}"/>
          </ac:picMkLst>
        </pc:picChg>
        <pc:picChg chg="add mod">
          <ac:chgData name="石坂　隼翔" userId="9d23e5a3-ba41-4296-9c9f-59c0047cb235" providerId="ADAL" clId="{3B9A2F35-03CA-466B-A004-C635CD703001}" dt="2026-07-08T05:04:20.037" v="478" actId="1076"/>
          <ac:picMkLst>
            <pc:docMk/>
            <pc:sldMk cId="3557411929" sldId="260"/>
            <ac:picMk id="25" creationId="{7BF9684D-4654-4EFF-BE39-05BF6445B270}"/>
          </ac:picMkLst>
        </pc:picChg>
        <pc:picChg chg="add mod">
          <ac:chgData name="石坂　隼翔" userId="9d23e5a3-ba41-4296-9c9f-59c0047cb235" providerId="ADAL" clId="{3B9A2F35-03CA-466B-A004-C635CD703001}" dt="2026-07-13T05:05:36.995" v="4318" actId="1076"/>
          <ac:picMkLst>
            <pc:docMk/>
            <pc:sldMk cId="3557411929" sldId="260"/>
            <ac:picMk id="28" creationId="{1F549EE9-6708-4708-A737-0A380F436F49}"/>
          </ac:picMkLst>
        </pc:picChg>
        <pc:picChg chg="add mod">
          <ac:chgData name="石坂　隼翔" userId="9d23e5a3-ba41-4296-9c9f-59c0047cb235" providerId="ADAL" clId="{3B9A2F35-03CA-466B-A004-C635CD703001}" dt="2026-07-08T05:12:36.260" v="685" actId="1076"/>
          <ac:picMkLst>
            <pc:docMk/>
            <pc:sldMk cId="3557411929" sldId="260"/>
            <ac:picMk id="29" creationId="{1C07D28C-6A26-4666-B004-F3F37B841509}"/>
          </ac:picMkLst>
        </pc:picChg>
        <pc:picChg chg="add mod">
          <ac:chgData name="石坂　隼翔" userId="9d23e5a3-ba41-4296-9c9f-59c0047cb235" providerId="ADAL" clId="{3B9A2F35-03CA-466B-A004-C635CD703001}" dt="2026-07-08T05:17:23.950" v="757" actId="1076"/>
          <ac:picMkLst>
            <pc:docMk/>
            <pc:sldMk cId="3557411929" sldId="260"/>
            <ac:picMk id="31" creationId="{1F4208D7-C84E-4791-A502-708796F9FC6C}"/>
          </ac:picMkLst>
        </pc:picChg>
        <pc:picChg chg="add mod">
          <ac:chgData name="石坂　隼翔" userId="9d23e5a3-ba41-4296-9c9f-59c0047cb235" providerId="ADAL" clId="{3B9A2F35-03CA-466B-A004-C635CD703001}" dt="2026-07-08T05:24:54.152" v="798" actId="1076"/>
          <ac:picMkLst>
            <pc:docMk/>
            <pc:sldMk cId="3557411929" sldId="260"/>
            <ac:picMk id="32" creationId="{BACE7CF6-3A23-43E4-89AD-E65B706C55FC}"/>
          </ac:picMkLst>
        </pc:picChg>
        <pc:picChg chg="add mod">
          <ac:chgData name="石坂　隼翔" userId="9d23e5a3-ba41-4296-9c9f-59c0047cb235" providerId="ADAL" clId="{3B9A2F35-03CA-466B-A004-C635CD703001}" dt="2026-07-08T05:24:59.502" v="799" actId="1076"/>
          <ac:picMkLst>
            <pc:docMk/>
            <pc:sldMk cId="3557411929" sldId="260"/>
            <ac:picMk id="34" creationId="{AAA27560-8278-4C87-A040-BF3DECF70831}"/>
          </ac:picMkLst>
        </pc:picChg>
      </pc:sldChg>
      <pc:sldChg chg="addSp delSp modSp mod">
        <pc:chgData name="石坂　隼翔" userId="9d23e5a3-ba41-4296-9c9f-59c0047cb235" providerId="ADAL" clId="{3B9A2F35-03CA-466B-A004-C635CD703001}" dt="2026-07-16T00:55:40.703" v="5247" actId="1076"/>
        <pc:sldMkLst>
          <pc:docMk/>
          <pc:sldMk cId="70697150" sldId="261"/>
        </pc:sldMkLst>
        <pc:spChg chg="add mod">
          <ac:chgData name="石坂　隼翔" userId="9d23e5a3-ba41-4296-9c9f-59c0047cb235" providerId="ADAL" clId="{3B9A2F35-03CA-466B-A004-C635CD703001}" dt="2026-07-08T05:26:16.723" v="804" actId="1076"/>
          <ac:spMkLst>
            <pc:docMk/>
            <pc:sldMk cId="70697150" sldId="261"/>
            <ac:spMk id="11" creationId="{942C6ECE-4B9D-4DED-A700-381EB4F14D1F}"/>
          </ac:spMkLst>
        </pc:spChg>
        <pc:spChg chg="add mod">
          <ac:chgData name="石坂　隼翔" userId="9d23e5a3-ba41-4296-9c9f-59c0047cb235" providerId="ADAL" clId="{3B9A2F35-03CA-466B-A004-C635CD703001}" dt="2026-07-13T05:22:00.006" v="4578" actId="1076"/>
          <ac:spMkLst>
            <pc:docMk/>
            <pc:sldMk cId="70697150" sldId="261"/>
            <ac:spMk id="13" creationId="{AA9188FB-CAE3-42C2-A2B0-512B41E970B5}"/>
          </ac:spMkLst>
        </pc:spChg>
        <pc:spChg chg="add mod">
          <ac:chgData name="石坂　隼翔" userId="9d23e5a3-ba41-4296-9c9f-59c0047cb235" providerId="ADAL" clId="{3B9A2F35-03CA-466B-A004-C635CD703001}" dt="2026-07-13T05:23:59.790" v="4637" actId="1076"/>
          <ac:spMkLst>
            <pc:docMk/>
            <pc:sldMk cId="70697150" sldId="261"/>
            <ac:spMk id="15" creationId="{C4E5A842-3587-4A9D-8FA3-3758FA1620D9}"/>
          </ac:spMkLst>
        </pc:spChg>
        <pc:spChg chg="add mod">
          <ac:chgData name="石坂　隼翔" userId="9d23e5a3-ba41-4296-9c9f-59c0047cb235" providerId="ADAL" clId="{3B9A2F35-03CA-466B-A004-C635CD703001}" dt="2026-07-09T02:36:10.392" v="2168" actId="1076"/>
          <ac:spMkLst>
            <pc:docMk/>
            <pc:sldMk cId="70697150" sldId="261"/>
            <ac:spMk id="17" creationId="{117395FE-2ABD-4096-B404-B3A78973D766}"/>
          </ac:spMkLst>
        </pc:spChg>
        <pc:spChg chg="add mod">
          <ac:chgData name="石坂　隼翔" userId="9d23e5a3-ba41-4296-9c9f-59c0047cb235" providerId="ADAL" clId="{3B9A2F35-03CA-466B-A004-C635CD703001}" dt="2026-07-09T01:21:41.572" v="2002" actId="20577"/>
          <ac:spMkLst>
            <pc:docMk/>
            <pc:sldMk cId="70697150" sldId="261"/>
            <ac:spMk id="19" creationId="{76BDDCEB-AD15-4D2D-8B26-135A98E0099D}"/>
          </ac:spMkLst>
        </pc:spChg>
        <pc:spChg chg="add mod">
          <ac:chgData name="石坂　隼翔" userId="9d23e5a3-ba41-4296-9c9f-59c0047cb235" providerId="ADAL" clId="{3B9A2F35-03CA-466B-A004-C635CD703001}" dt="2026-07-13T05:23:54.383" v="4636" actId="1076"/>
          <ac:spMkLst>
            <pc:docMk/>
            <pc:sldMk cId="70697150" sldId="261"/>
            <ac:spMk id="20" creationId="{BC7D67CE-60BC-43E1-85DB-1533A3EA6620}"/>
          </ac:spMkLst>
        </pc:spChg>
        <pc:spChg chg="add mod">
          <ac:chgData name="石坂　隼翔" userId="9d23e5a3-ba41-4296-9c9f-59c0047cb235" providerId="ADAL" clId="{3B9A2F35-03CA-466B-A004-C635CD703001}" dt="2026-07-13T05:22:13.665" v="4579" actId="1076"/>
          <ac:spMkLst>
            <pc:docMk/>
            <pc:sldMk cId="70697150" sldId="261"/>
            <ac:spMk id="23" creationId="{D52AFD4D-DCF8-4B1D-80D2-BB26B58F9018}"/>
          </ac:spMkLst>
        </pc:spChg>
        <pc:spChg chg="add mod">
          <ac:chgData name="石坂　隼翔" userId="9d23e5a3-ba41-4296-9c9f-59c0047cb235" providerId="ADAL" clId="{3B9A2F35-03CA-466B-A004-C635CD703001}" dt="2026-07-16T00:55:40.703" v="5247" actId="1076"/>
          <ac:spMkLst>
            <pc:docMk/>
            <pc:sldMk cId="70697150" sldId="261"/>
            <ac:spMk id="27" creationId="{1F41B1D7-8031-446F-9819-5A2341F74FD1}"/>
          </ac:spMkLst>
        </pc:spChg>
        <pc:picChg chg="add mod">
          <ac:chgData name="石坂　隼翔" userId="9d23e5a3-ba41-4296-9c9f-59c0047cb235" providerId="ADAL" clId="{3B9A2F35-03CA-466B-A004-C635CD703001}" dt="2026-07-08T05:20:38.934" v="784" actId="14100"/>
          <ac:picMkLst>
            <pc:docMk/>
            <pc:sldMk cId="70697150" sldId="261"/>
            <ac:picMk id="4" creationId="{2A73CEA1-640A-4DFF-8AE3-F8CBD1FBDDB6}"/>
          </ac:picMkLst>
        </pc:picChg>
        <pc:picChg chg="add mod">
          <ac:chgData name="石坂　隼翔" userId="9d23e5a3-ba41-4296-9c9f-59c0047cb235" providerId="ADAL" clId="{3B9A2F35-03CA-466B-A004-C635CD703001}" dt="2026-07-09T02:34:50.729" v="2150" actId="1076"/>
          <ac:picMkLst>
            <pc:docMk/>
            <pc:sldMk cId="70697150" sldId="261"/>
            <ac:picMk id="5" creationId="{443F3607-7AEE-407D-B562-E583A95BB262}"/>
          </ac:picMkLst>
        </pc:picChg>
        <pc:picChg chg="add mod">
          <ac:chgData name="石坂　隼翔" userId="9d23e5a3-ba41-4296-9c9f-59c0047cb235" providerId="ADAL" clId="{3B9A2F35-03CA-466B-A004-C635CD703001}" dt="2026-07-08T05:20:53.043" v="786" actId="1076"/>
          <ac:picMkLst>
            <pc:docMk/>
            <pc:sldMk cId="70697150" sldId="261"/>
            <ac:picMk id="6" creationId="{74FB994E-3EAC-4E72-A204-C23ACCFBCB08}"/>
          </ac:picMkLst>
        </pc:picChg>
        <pc:picChg chg="add del mod">
          <ac:chgData name="石坂　隼翔" userId="9d23e5a3-ba41-4296-9c9f-59c0047cb235" providerId="ADAL" clId="{3B9A2F35-03CA-466B-A004-C635CD703001}" dt="2026-07-08T05:23:51.339" v="792" actId="14100"/>
          <ac:picMkLst>
            <pc:docMk/>
            <pc:sldMk cId="70697150" sldId="261"/>
            <ac:picMk id="7" creationId="{74313221-66D6-44FB-A8CF-8A0E16277476}"/>
          </ac:picMkLst>
        </pc:picChg>
        <pc:picChg chg="add mod">
          <ac:chgData name="石坂　隼翔" userId="9d23e5a3-ba41-4296-9c9f-59c0047cb235" providerId="ADAL" clId="{3B9A2F35-03CA-466B-A004-C635CD703001}" dt="2026-07-08T05:23:39.249" v="791" actId="1076"/>
          <ac:picMkLst>
            <pc:docMk/>
            <pc:sldMk cId="70697150" sldId="261"/>
            <ac:picMk id="9" creationId="{8A042A13-8905-421F-AD32-2B5834145F70}"/>
          </ac:picMkLst>
        </pc:picChg>
        <pc:picChg chg="add mod">
          <ac:chgData name="石坂　隼翔" userId="9d23e5a3-ba41-4296-9c9f-59c0047cb235" providerId="ADAL" clId="{3B9A2F35-03CA-466B-A004-C635CD703001}" dt="2026-07-08T05:25:16.752" v="800"/>
          <ac:picMkLst>
            <pc:docMk/>
            <pc:sldMk cId="70697150" sldId="261"/>
            <ac:picMk id="10" creationId="{8FF5A5F5-4C4B-463C-9C81-75BE4C81731B}"/>
          </ac:picMkLst>
        </pc:picChg>
        <pc:picChg chg="add mod">
          <ac:chgData name="石坂　隼翔" userId="9d23e5a3-ba41-4296-9c9f-59c0047cb235" providerId="ADAL" clId="{3B9A2F35-03CA-466B-A004-C635CD703001}" dt="2026-07-13T05:22:13.665" v="4579" actId="1076"/>
          <ac:picMkLst>
            <pc:docMk/>
            <pc:sldMk cId="70697150" sldId="261"/>
            <ac:picMk id="18" creationId="{4A1E277D-B295-4C83-9E1A-26FF36AA872C}"/>
          </ac:picMkLst>
        </pc:picChg>
        <pc:picChg chg="add mod">
          <ac:chgData name="石坂　隼翔" userId="9d23e5a3-ba41-4296-9c9f-59c0047cb235" providerId="ADAL" clId="{3B9A2F35-03CA-466B-A004-C635CD703001}" dt="2026-07-13T05:22:13.665" v="4579" actId="1076"/>
          <ac:picMkLst>
            <pc:docMk/>
            <pc:sldMk cId="70697150" sldId="261"/>
            <ac:picMk id="21" creationId="{40636F01-D0C5-41F3-B2BB-5323851F5C5E}"/>
          </ac:picMkLst>
        </pc:picChg>
        <pc:picChg chg="add mod">
          <ac:chgData name="石坂　隼翔" userId="9d23e5a3-ba41-4296-9c9f-59c0047cb235" providerId="ADAL" clId="{3B9A2F35-03CA-466B-A004-C635CD703001}" dt="2026-07-13T05:22:13.665" v="4579" actId="1076"/>
          <ac:picMkLst>
            <pc:docMk/>
            <pc:sldMk cId="70697150" sldId="261"/>
            <ac:picMk id="22" creationId="{C94C970E-BF7D-4E5E-9BBF-3BD71E259B0D}"/>
          </ac:picMkLst>
        </pc:picChg>
        <pc:picChg chg="add mod">
          <ac:chgData name="石坂　隼翔" userId="9d23e5a3-ba41-4296-9c9f-59c0047cb235" providerId="ADAL" clId="{3B9A2F35-03CA-466B-A004-C635CD703001}" dt="2026-07-13T05:22:13.665" v="4579" actId="1076"/>
          <ac:picMkLst>
            <pc:docMk/>
            <pc:sldMk cId="70697150" sldId="261"/>
            <ac:picMk id="25" creationId="{5A5CE22C-7B58-40B2-8AD4-34B2D10B6DD6}"/>
          </ac:picMkLst>
        </pc:picChg>
        <pc:picChg chg="add mod">
          <ac:chgData name="石坂　隼翔" userId="9d23e5a3-ba41-4296-9c9f-59c0047cb235" providerId="ADAL" clId="{3B9A2F35-03CA-466B-A004-C635CD703001}" dt="2026-07-13T05:05:30.679" v="4317" actId="1076"/>
          <ac:picMkLst>
            <pc:docMk/>
            <pc:sldMk cId="70697150" sldId="261"/>
            <ac:picMk id="26" creationId="{ECAC8D6B-BFDC-400A-8346-C434F92773DF}"/>
          </ac:picMkLst>
        </pc:picChg>
        <pc:cxnChg chg="add mod">
          <ac:chgData name="石坂　隼翔" userId="9d23e5a3-ba41-4296-9c9f-59c0047cb235" providerId="ADAL" clId="{3B9A2F35-03CA-466B-A004-C635CD703001}" dt="2026-07-13T05:21:38.658" v="4571" actId="13822"/>
          <ac:cxnSpMkLst>
            <pc:docMk/>
            <pc:sldMk cId="70697150" sldId="261"/>
            <ac:cxnSpMk id="8" creationId="{C2E21154-3B3B-482F-90F9-63B2790F2975}"/>
          </ac:cxnSpMkLst>
        </pc:cxnChg>
        <pc:cxnChg chg="add mod">
          <ac:chgData name="石坂　隼翔" userId="9d23e5a3-ba41-4296-9c9f-59c0047cb235" providerId="ADAL" clId="{3B9A2F35-03CA-466B-A004-C635CD703001}" dt="2026-07-09T02:35:33.165" v="2156" actId="14100"/>
          <ac:cxnSpMkLst>
            <pc:docMk/>
            <pc:sldMk cId="70697150" sldId="261"/>
            <ac:cxnSpMk id="12" creationId="{E982C891-4DC8-4940-9A7F-C31B5D449065}"/>
          </ac:cxnSpMkLst>
        </pc:cxnChg>
        <pc:cxnChg chg="add mod">
          <ac:chgData name="石坂　隼翔" userId="9d23e5a3-ba41-4296-9c9f-59c0047cb235" providerId="ADAL" clId="{3B9A2F35-03CA-466B-A004-C635CD703001}" dt="2026-07-08T05:27:40.718" v="819" actId="14100"/>
          <ac:cxnSpMkLst>
            <pc:docMk/>
            <pc:sldMk cId="70697150" sldId="261"/>
            <ac:cxnSpMk id="14" creationId="{812FFA85-F58B-4F71-BC17-C0ECE17310EB}"/>
          </ac:cxnSpMkLst>
        </pc:cxnChg>
      </pc:sldChg>
      <pc:sldChg chg="addSp delSp modSp mod">
        <pc:chgData name="石坂　隼翔" userId="9d23e5a3-ba41-4296-9c9f-59c0047cb235" providerId="ADAL" clId="{3B9A2F35-03CA-466B-A004-C635CD703001}" dt="2026-07-16T00:55:51.950" v="5249" actId="1076"/>
        <pc:sldMkLst>
          <pc:docMk/>
          <pc:sldMk cId="3058658236" sldId="262"/>
        </pc:sldMkLst>
        <pc:spChg chg="add mod">
          <ac:chgData name="石坂　隼翔" userId="9d23e5a3-ba41-4296-9c9f-59c0047cb235" providerId="ADAL" clId="{3B9A2F35-03CA-466B-A004-C635CD703001}" dt="2026-07-16T00:55:51.950" v="5249" actId="1076"/>
          <ac:spMkLst>
            <pc:docMk/>
            <pc:sldMk cId="3058658236" sldId="262"/>
            <ac:spMk id="3" creationId="{E60366E1-114E-409F-9174-D39A8466E438}"/>
          </ac:spMkLst>
        </pc:spChg>
        <pc:spChg chg="add mod">
          <ac:chgData name="石坂　隼翔" userId="9d23e5a3-ba41-4296-9c9f-59c0047cb235" providerId="ADAL" clId="{3B9A2F35-03CA-466B-A004-C635CD703001}" dt="2026-07-13T01:18:37.062" v="3468" actId="20577"/>
          <ac:spMkLst>
            <pc:docMk/>
            <pc:sldMk cId="3058658236" sldId="262"/>
            <ac:spMk id="18" creationId="{84FC4B23-5136-4B9F-9C23-B0700160F74E}"/>
          </ac:spMkLst>
        </pc:spChg>
        <pc:picChg chg="add mod">
          <ac:chgData name="石坂　隼翔" userId="9d23e5a3-ba41-4296-9c9f-59c0047cb235" providerId="ADAL" clId="{3B9A2F35-03CA-466B-A004-C635CD703001}" dt="2026-07-13T01:09:52.442" v="3177" actId="1076"/>
          <ac:picMkLst>
            <pc:docMk/>
            <pc:sldMk cId="3058658236" sldId="262"/>
            <ac:picMk id="4" creationId="{F97A9C02-6D24-40A8-9245-5F6A452FCBE2}"/>
          </ac:picMkLst>
        </pc:picChg>
        <pc:picChg chg="add mod ord">
          <ac:chgData name="石坂　隼翔" userId="9d23e5a3-ba41-4296-9c9f-59c0047cb235" providerId="ADAL" clId="{3B9A2F35-03CA-466B-A004-C635CD703001}" dt="2026-07-09T00:50:58.068" v="1809" actId="14100"/>
          <ac:picMkLst>
            <pc:docMk/>
            <pc:sldMk cId="3058658236" sldId="262"/>
            <ac:picMk id="6" creationId="{3265A823-DEFB-4896-8258-6C96D56F779D}"/>
          </ac:picMkLst>
        </pc:picChg>
        <pc:picChg chg="add mod">
          <ac:chgData name="石坂　隼翔" userId="9d23e5a3-ba41-4296-9c9f-59c0047cb235" providerId="ADAL" clId="{3B9A2F35-03CA-466B-A004-C635CD703001}" dt="2026-07-13T01:10:59.131" v="3183" actId="1076"/>
          <ac:picMkLst>
            <pc:docMk/>
            <pc:sldMk cId="3058658236" sldId="262"/>
            <ac:picMk id="7" creationId="{A9650493-EF84-41F5-B8F7-C4E37D56B046}"/>
          </ac:picMkLst>
        </pc:picChg>
        <pc:picChg chg="add mod">
          <ac:chgData name="石坂　隼翔" userId="9d23e5a3-ba41-4296-9c9f-59c0047cb235" providerId="ADAL" clId="{3B9A2F35-03CA-466B-A004-C635CD703001}" dt="2026-07-09T00:50:50.837" v="1807" actId="1076"/>
          <ac:picMkLst>
            <pc:docMk/>
            <pc:sldMk cId="3058658236" sldId="262"/>
            <ac:picMk id="8" creationId="{8690F035-4084-4AC4-8313-A121B120DD9F}"/>
          </ac:picMkLst>
        </pc:picChg>
        <pc:picChg chg="add mod">
          <ac:chgData name="石坂　隼翔" userId="9d23e5a3-ba41-4296-9c9f-59c0047cb235" providerId="ADAL" clId="{3B9A2F35-03CA-466B-A004-C635CD703001}" dt="2026-07-09T00:51:38.531" v="1814" actId="1076"/>
          <ac:picMkLst>
            <pc:docMk/>
            <pc:sldMk cId="3058658236" sldId="262"/>
            <ac:picMk id="10" creationId="{77D318DE-9201-4F1A-AD55-17805C1833EA}"/>
          </ac:picMkLst>
        </pc:picChg>
        <pc:picChg chg="add mod">
          <ac:chgData name="石坂　隼翔" userId="9d23e5a3-ba41-4296-9c9f-59c0047cb235" providerId="ADAL" clId="{3B9A2F35-03CA-466B-A004-C635CD703001}" dt="2026-07-13T01:13:41.194" v="3187" actId="1076"/>
          <ac:picMkLst>
            <pc:docMk/>
            <pc:sldMk cId="3058658236" sldId="262"/>
            <ac:picMk id="11" creationId="{46BB86E7-9A06-4A0B-9EE0-07028E7AD646}"/>
          </ac:picMkLst>
        </pc:picChg>
      </pc:sldChg>
      <pc:sldChg chg="addSp modSp mod">
        <pc:chgData name="石坂　隼翔" userId="9d23e5a3-ba41-4296-9c9f-59c0047cb235" providerId="ADAL" clId="{3B9A2F35-03CA-466B-A004-C635CD703001}" dt="2026-07-14T00:22:27.051" v="4694" actId="20577"/>
        <pc:sldMkLst>
          <pc:docMk/>
          <pc:sldMk cId="2007155195" sldId="263"/>
        </pc:sldMkLst>
        <pc:spChg chg="mod">
          <ac:chgData name="石坂　隼翔" userId="9d23e5a3-ba41-4296-9c9f-59c0047cb235" providerId="ADAL" clId="{3B9A2F35-03CA-466B-A004-C635CD703001}" dt="2026-07-08T05:52:26.260" v="1182" actId="14100"/>
          <ac:spMkLst>
            <pc:docMk/>
            <pc:sldMk cId="2007155195" sldId="263"/>
            <ac:spMk id="2" creationId="{332F40FA-2B77-43C3-A713-64155DA3B71B}"/>
          </ac:spMkLst>
        </pc:spChg>
        <pc:spChg chg="add mod">
          <ac:chgData name="石坂　隼翔" userId="9d23e5a3-ba41-4296-9c9f-59c0047cb235" providerId="ADAL" clId="{3B9A2F35-03CA-466B-A004-C635CD703001}" dt="2026-07-14T00:22:27.051" v="4694" actId="20577"/>
          <ac:spMkLst>
            <pc:docMk/>
            <pc:sldMk cId="2007155195" sldId="263"/>
            <ac:spMk id="3" creationId="{EA87D128-3F6B-44BB-AE3E-972460896D51}"/>
          </ac:spMkLst>
        </pc:spChg>
        <pc:spChg chg="add mod">
          <ac:chgData name="石坂　隼翔" userId="9d23e5a3-ba41-4296-9c9f-59c0047cb235" providerId="ADAL" clId="{3B9A2F35-03CA-466B-A004-C635CD703001}" dt="2026-07-08T05:58:45.755" v="1321" actId="1076"/>
          <ac:spMkLst>
            <pc:docMk/>
            <pc:sldMk cId="2007155195" sldId="263"/>
            <ac:spMk id="4" creationId="{92349C7A-D0CA-44F4-85A4-BA5F1B3C7BA6}"/>
          </ac:spMkLst>
        </pc:spChg>
        <pc:spChg chg="add mod">
          <ac:chgData name="石坂　隼翔" userId="9d23e5a3-ba41-4296-9c9f-59c0047cb235" providerId="ADAL" clId="{3B9A2F35-03CA-466B-A004-C635CD703001}" dt="2026-07-09T01:29:51.046" v="2113" actId="20577"/>
          <ac:spMkLst>
            <pc:docMk/>
            <pc:sldMk cId="2007155195" sldId="263"/>
            <ac:spMk id="5" creationId="{4BEE46E8-B259-4991-A1B7-98434CF0E8AC}"/>
          </ac:spMkLst>
        </pc:spChg>
      </pc:sldChg>
      <pc:sldChg chg="addSp delSp modSp mod">
        <pc:chgData name="石坂　隼翔" userId="9d23e5a3-ba41-4296-9c9f-59c0047cb235" providerId="ADAL" clId="{3B9A2F35-03CA-466B-A004-C635CD703001}" dt="2026-07-13T05:38:01.406" v="4690" actId="571"/>
        <pc:sldMkLst>
          <pc:docMk/>
          <pc:sldMk cId="2731508014" sldId="265"/>
        </pc:sldMkLst>
        <pc:spChg chg="add mod">
          <ac:chgData name="石坂　隼翔" userId="9d23e5a3-ba41-4296-9c9f-59c0047cb235" providerId="ADAL" clId="{3B9A2F35-03CA-466B-A004-C635CD703001}" dt="2026-07-08T06:04:23.813" v="1494" actId="1076"/>
          <ac:spMkLst>
            <pc:docMk/>
            <pc:sldMk cId="2731508014" sldId="265"/>
            <ac:spMk id="2" creationId="{1BD22D6D-609D-42D6-BCF9-011E4CA003F3}"/>
          </ac:spMkLst>
        </pc:spChg>
        <pc:spChg chg="add mod">
          <ac:chgData name="石坂　隼翔" userId="9d23e5a3-ba41-4296-9c9f-59c0047cb235" providerId="ADAL" clId="{3B9A2F35-03CA-466B-A004-C635CD703001}" dt="2026-07-13T05:19:45.502" v="4537" actId="1076"/>
          <ac:spMkLst>
            <pc:docMk/>
            <pc:sldMk cId="2731508014" sldId="265"/>
            <ac:spMk id="3" creationId="{6838D676-5FDF-42C9-B8F2-E44D58D73E48}"/>
          </ac:spMkLst>
        </pc:spChg>
        <pc:spChg chg="add mod">
          <ac:chgData name="石坂　隼翔" userId="9d23e5a3-ba41-4296-9c9f-59c0047cb235" providerId="ADAL" clId="{3B9A2F35-03CA-466B-A004-C635CD703001}" dt="2026-07-13T05:21:03.496" v="4569"/>
          <ac:spMkLst>
            <pc:docMk/>
            <pc:sldMk cId="2731508014" sldId="265"/>
            <ac:spMk id="7" creationId="{840D4B04-BBA8-402C-872B-53E0CA16AA4B}"/>
          </ac:spMkLst>
        </pc:spChg>
      </pc:sldChg>
      <pc:sldChg chg="addSp modSp new mod">
        <pc:chgData name="石坂　隼翔" userId="9d23e5a3-ba41-4296-9c9f-59c0047cb235" providerId="ADAL" clId="{3B9A2F35-03CA-466B-A004-C635CD703001}" dt="2026-07-15T01:10:18.514" v="4890" actId="20577"/>
        <pc:sldMkLst>
          <pc:docMk/>
          <pc:sldMk cId="850353214" sldId="266"/>
        </pc:sldMkLst>
        <pc:spChg chg="add mod">
          <ac:chgData name="石坂　隼翔" userId="9d23e5a3-ba41-4296-9c9f-59c0047cb235" providerId="ADAL" clId="{3B9A2F35-03CA-466B-A004-C635CD703001}" dt="2026-07-13T02:28:40.590" v="3894" actId="20577"/>
          <ac:spMkLst>
            <pc:docMk/>
            <pc:sldMk cId="850353214" sldId="266"/>
            <ac:spMk id="2" creationId="{C9A88923-3D89-421F-BCB5-A5A8657C5D6E}"/>
          </ac:spMkLst>
        </pc:spChg>
        <pc:spChg chg="add mod">
          <ac:chgData name="石坂　隼翔" userId="9d23e5a3-ba41-4296-9c9f-59c0047cb235" providerId="ADAL" clId="{3B9A2F35-03CA-466B-A004-C635CD703001}" dt="2026-07-15T01:10:18.514" v="4890" actId="20577"/>
          <ac:spMkLst>
            <pc:docMk/>
            <pc:sldMk cId="850353214" sldId="266"/>
            <ac:spMk id="3" creationId="{F3A48A3E-3DF2-47A6-8954-EF05B137A9EE}"/>
          </ac:spMkLst>
        </pc:spChg>
      </pc:sldChg>
      <pc:sldChg chg="addSp delSp modSp new mod">
        <pc:chgData name="石坂　隼翔" userId="9d23e5a3-ba41-4296-9c9f-59c0047cb235" providerId="ADAL" clId="{3B9A2F35-03CA-466B-A004-C635CD703001}" dt="2026-07-21T02:17:31.595" v="5506" actId="20577"/>
        <pc:sldMkLst>
          <pc:docMk/>
          <pc:sldMk cId="3103209711" sldId="267"/>
        </pc:sldMkLst>
        <pc:spChg chg="add mod">
          <ac:chgData name="石坂　隼翔" userId="9d23e5a3-ba41-4296-9c9f-59c0047cb235" providerId="ADAL" clId="{3B9A2F35-03CA-466B-A004-C635CD703001}" dt="2026-07-09T01:31:04.915" v="2125" actId="1076"/>
          <ac:spMkLst>
            <pc:docMk/>
            <pc:sldMk cId="3103209711" sldId="267"/>
            <ac:spMk id="2" creationId="{D2DB1EB4-BA3F-4B89-9B30-72DD6CA5CD6F}"/>
          </ac:spMkLst>
        </pc:spChg>
        <pc:spChg chg="add mod">
          <ac:chgData name="石坂　隼翔" userId="9d23e5a3-ba41-4296-9c9f-59c0047cb235" providerId="ADAL" clId="{3B9A2F35-03CA-466B-A004-C635CD703001}" dt="2026-07-21T02:17:18.727" v="5498" actId="20577"/>
          <ac:spMkLst>
            <pc:docMk/>
            <pc:sldMk cId="3103209711" sldId="267"/>
            <ac:spMk id="3" creationId="{41264CFA-5B69-4162-925D-C67F528A241D}"/>
          </ac:spMkLst>
        </pc:spChg>
        <pc:spChg chg="add mod">
          <ac:chgData name="石坂　隼翔" userId="9d23e5a3-ba41-4296-9c9f-59c0047cb235" providerId="ADAL" clId="{3B9A2F35-03CA-466B-A004-C635CD703001}" dt="2026-07-14T00:59:54.663" v="4810" actId="20577"/>
          <ac:spMkLst>
            <pc:docMk/>
            <pc:sldMk cId="3103209711" sldId="267"/>
            <ac:spMk id="5" creationId="{D2607DDC-F230-4240-8E03-CAC95FBA66BF}"/>
          </ac:spMkLst>
        </pc:spChg>
        <pc:spChg chg="add mod">
          <ac:chgData name="石坂　隼翔" userId="9d23e5a3-ba41-4296-9c9f-59c0047cb235" providerId="ADAL" clId="{3B9A2F35-03CA-466B-A004-C635CD703001}" dt="2026-07-15T07:09:15.301" v="5210" actId="1076"/>
          <ac:spMkLst>
            <pc:docMk/>
            <pc:sldMk cId="3103209711" sldId="267"/>
            <ac:spMk id="6" creationId="{087EAB94-2567-4BF5-A702-7F39B29B7320}"/>
          </ac:spMkLst>
        </pc:spChg>
        <pc:spChg chg="add mod">
          <ac:chgData name="石坂　隼翔" userId="9d23e5a3-ba41-4296-9c9f-59c0047cb235" providerId="ADAL" clId="{3B9A2F35-03CA-466B-A004-C635CD703001}" dt="2026-07-14T00:45:51.913" v="4754" actId="1076"/>
          <ac:spMkLst>
            <pc:docMk/>
            <pc:sldMk cId="3103209711" sldId="267"/>
            <ac:spMk id="7" creationId="{4B0E6039-B17E-47D6-8F2D-CF08B07CA759}"/>
          </ac:spMkLst>
        </pc:spChg>
        <pc:spChg chg="add mod">
          <ac:chgData name="石坂　隼翔" userId="9d23e5a3-ba41-4296-9c9f-59c0047cb235" providerId="ADAL" clId="{3B9A2F35-03CA-466B-A004-C635CD703001}" dt="2026-07-13T00:43:10.243" v="3138" actId="20577"/>
          <ac:spMkLst>
            <pc:docMk/>
            <pc:sldMk cId="3103209711" sldId="267"/>
            <ac:spMk id="11" creationId="{5F8A8C70-3CAC-43C2-B3BD-5851893044CC}"/>
          </ac:spMkLst>
        </pc:spChg>
        <pc:spChg chg="add mod">
          <ac:chgData name="石坂　隼翔" userId="9d23e5a3-ba41-4296-9c9f-59c0047cb235" providerId="ADAL" clId="{3B9A2F35-03CA-466B-A004-C635CD703001}" dt="2026-07-15T02:40:29.680" v="4944" actId="20577"/>
          <ac:spMkLst>
            <pc:docMk/>
            <pc:sldMk cId="3103209711" sldId="267"/>
            <ac:spMk id="17" creationId="{5230E60D-EDCF-4AF7-B255-E7C1A6516474}"/>
          </ac:spMkLst>
        </pc:spChg>
        <pc:spChg chg="add mod">
          <ac:chgData name="石坂　隼翔" userId="9d23e5a3-ba41-4296-9c9f-59c0047cb235" providerId="ADAL" clId="{3B9A2F35-03CA-466B-A004-C635CD703001}" dt="2026-07-13T00:41:34.074" v="3050" actId="1076"/>
          <ac:spMkLst>
            <pc:docMk/>
            <pc:sldMk cId="3103209711" sldId="267"/>
            <ac:spMk id="18" creationId="{D63E6EED-82AE-48CE-BD00-90EF91DB6513}"/>
          </ac:spMkLst>
        </pc:spChg>
        <pc:spChg chg="add mod">
          <ac:chgData name="石坂　隼翔" userId="9d23e5a3-ba41-4296-9c9f-59c0047cb235" providerId="ADAL" clId="{3B9A2F35-03CA-466B-A004-C635CD703001}" dt="2026-07-21T02:17:25.500" v="5502" actId="20577"/>
          <ac:spMkLst>
            <pc:docMk/>
            <pc:sldMk cId="3103209711" sldId="267"/>
            <ac:spMk id="19" creationId="{A8B1A7E1-CC73-4D72-B328-736182AC927B}"/>
          </ac:spMkLst>
        </pc:spChg>
        <pc:spChg chg="add mod">
          <ac:chgData name="石坂　隼翔" userId="9d23e5a3-ba41-4296-9c9f-59c0047cb235" providerId="ADAL" clId="{3B9A2F35-03CA-466B-A004-C635CD703001}" dt="2026-07-14T00:45:51.913" v="4754" actId="1076"/>
          <ac:spMkLst>
            <pc:docMk/>
            <pc:sldMk cId="3103209711" sldId="267"/>
            <ac:spMk id="20" creationId="{CFCDD129-C59F-4982-B56C-CE9C125403ED}"/>
          </ac:spMkLst>
        </pc:spChg>
        <pc:spChg chg="add mod">
          <ac:chgData name="石坂　隼翔" userId="9d23e5a3-ba41-4296-9c9f-59c0047cb235" providerId="ADAL" clId="{3B9A2F35-03CA-466B-A004-C635CD703001}" dt="2026-07-14T00:45:51.913" v="4754" actId="1076"/>
          <ac:spMkLst>
            <pc:docMk/>
            <pc:sldMk cId="3103209711" sldId="267"/>
            <ac:spMk id="21" creationId="{EBED521A-EEDE-4857-955A-68F43DF35105}"/>
          </ac:spMkLst>
        </pc:spChg>
        <pc:spChg chg="add mod">
          <ac:chgData name="石坂　隼翔" userId="9d23e5a3-ba41-4296-9c9f-59c0047cb235" providerId="ADAL" clId="{3B9A2F35-03CA-466B-A004-C635CD703001}" dt="2026-07-15T07:12:50.759" v="5243" actId="1076"/>
          <ac:spMkLst>
            <pc:docMk/>
            <pc:sldMk cId="3103209711" sldId="267"/>
            <ac:spMk id="22" creationId="{92ACBA34-B269-430F-A7C5-3BD5CF456278}"/>
          </ac:spMkLst>
        </pc:spChg>
        <pc:spChg chg="add mod">
          <ac:chgData name="石坂　隼翔" userId="9d23e5a3-ba41-4296-9c9f-59c0047cb235" providerId="ADAL" clId="{3B9A2F35-03CA-466B-A004-C635CD703001}" dt="2026-07-21T02:17:31.595" v="5506" actId="20577"/>
          <ac:spMkLst>
            <pc:docMk/>
            <pc:sldMk cId="3103209711" sldId="267"/>
            <ac:spMk id="23" creationId="{25E3FB24-9139-463B-8862-BA37C4C08B3F}"/>
          </ac:spMkLst>
        </pc:spChg>
        <pc:picChg chg="add mod">
          <ac:chgData name="石坂　隼翔" userId="9d23e5a3-ba41-4296-9c9f-59c0047cb235" providerId="ADAL" clId="{3B9A2F35-03CA-466B-A004-C635CD703001}" dt="2026-07-13T00:40:24.775" v="3027" actId="14100"/>
          <ac:picMkLst>
            <pc:docMk/>
            <pc:sldMk cId="3103209711" sldId="267"/>
            <ac:picMk id="4" creationId="{5DF82C0B-BAA2-45A7-8E51-BEC6AC335795}"/>
          </ac:picMkLst>
        </pc:picChg>
        <pc:picChg chg="add mod">
          <ac:chgData name="石坂　隼翔" userId="9d23e5a3-ba41-4296-9c9f-59c0047cb235" providerId="ADAL" clId="{3B9A2F35-03CA-466B-A004-C635CD703001}" dt="2026-07-14T00:46:01.753" v="4755" actId="1076"/>
          <ac:picMkLst>
            <pc:docMk/>
            <pc:sldMk cId="3103209711" sldId="267"/>
            <ac:picMk id="8" creationId="{87BE56E8-0A6D-46B7-AF73-5DFFFDDA63EE}"/>
          </ac:picMkLst>
        </pc:picChg>
        <pc:picChg chg="add mod">
          <ac:chgData name="石坂　隼翔" userId="9d23e5a3-ba41-4296-9c9f-59c0047cb235" providerId="ADAL" clId="{3B9A2F35-03CA-466B-A004-C635CD703001}" dt="2026-07-13T00:40:44.321" v="3031" actId="1076"/>
          <ac:picMkLst>
            <pc:docMk/>
            <pc:sldMk cId="3103209711" sldId="267"/>
            <ac:picMk id="10" creationId="{1C7F0B03-9041-42F9-9554-B227C6BC079F}"/>
          </ac:picMkLst>
        </pc:picChg>
        <pc:picChg chg="add mod">
          <ac:chgData name="石坂　隼翔" userId="9d23e5a3-ba41-4296-9c9f-59c0047cb235" providerId="ADAL" clId="{3B9A2F35-03CA-466B-A004-C635CD703001}" dt="2026-07-13T00:41:41.734" v="3052" actId="1076"/>
          <ac:picMkLst>
            <pc:docMk/>
            <pc:sldMk cId="3103209711" sldId="267"/>
            <ac:picMk id="12" creationId="{6079CC9A-AFFE-4B18-B39E-C6C7EBD64E6C}"/>
          </ac:picMkLst>
        </pc:picChg>
        <pc:picChg chg="add mod">
          <ac:chgData name="石坂　隼翔" userId="9d23e5a3-ba41-4296-9c9f-59c0047cb235" providerId="ADAL" clId="{3B9A2F35-03CA-466B-A004-C635CD703001}" dt="2026-07-15T07:09:17.845" v="5211" actId="1076"/>
          <ac:picMkLst>
            <pc:docMk/>
            <pc:sldMk cId="3103209711" sldId="267"/>
            <ac:picMk id="13" creationId="{E75524EA-D0A6-42A7-8163-B47EE7F6A00B}"/>
          </ac:picMkLst>
        </pc:picChg>
        <pc:picChg chg="add mod">
          <ac:chgData name="石坂　隼翔" userId="9d23e5a3-ba41-4296-9c9f-59c0047cb235" providerId="ADAL" clId="{3B9A2F35-03CA-466B-A004-C635CD703001}" dt="2026-07-14T00:46:13.449" v="4757" actId="1076"/>
          <ac:picMkLst>
            <pc:docMk/>
            <pc:sldMk cId="3103209711" sldId="267"/>
            <ac:picMk id="14" creationId="{79654919-31D9-4022-B0AC-7E226C2EC98D}"/>
          </ac:picMkLst>
        </pc:picChg>
        <pc:picChg chg="add mod">
          <ac:chgData name="石坂　隼翔" userId="9d23e5a3-ba41-4296-9c9f-59c0047cb235" providerId="ADAL" clId="{3B9A2F35-03CA-466B-A004-C635CD703001}" dt="2026-07-14T00:45:51.913" v="4754" actId="1076"/>
          <ac:picMkLst>
            <pc:docMk/>
            <pc:sldMk cId="3103209711" sldId="267"/>
            <ac:picMk id="15" creationId="{004A5DDE-261E-40A5-B26B-40F5BE6FF403}"/>
          </ac:picMkLst>
        </pc:picChg>
        <pc:picChg chg="add mod">
          <ac:chgData name="石坂　隼翔" userId="9d23e5a3-ba41-4296-9c9f-59c0047cb235" providerId="ADAL" clId="{3B9A2F35-03CA-466B-A004-C635CD703001}" dt="2026-07-15T07:09:12.521" v="5209" actId="1076"/>
          <ac:picMkLst>
            <pc:docMk/>
            <pc:sldMk cId="3103209711" sldId="267"/>
            <ac:picMk id="16" creationId="{6D3DFC11-69E1-4F09-96B6-49747A2D645F}"/>
          </ac:picMkLst>
        </pc:picChg>
        <pc:picChg chg="add mod">
          <ac:chgData name="石坂　隼翔" userId="9d23e5a3-ba41-4296-9c9f-59c0047cb235" providerId="ADAL" clId="{3B9A2F35-03CA-466B-A004-C635CD703001}" dt="2026-07-14T00:47:15.842" v="4801" actId="1076"/>
          <ac:picMkLst>
            <pc:docMk/>
            <pc:sldMk cId="3103209711" sldId="267"/>
            <ac:picMk id="24" creationId="{36E26E3E-E6EE-48EA-B2D0-2806E8771993}"/>
          </ac:picMkLst>
        </pc:picChg>
      </pc:sldChg>
      <pc:sldChg chg="addSp delSp modSp new mod">
        <pc:chgData name="石坂　隼翔" userId="9d23e5a3-ba41-4296-9c9f-59c0047cb235" providerId="ADAL" clId="{3B9A2F35-03CA-466B-A004-C635CD703001}" dt="2026-07-13T01:32:29.277" v="3568" actId="1076"/>
        <pc:sldMkLst>
          <pc:docMk/>
          <pc:sldMk cId="4023789922" sldId="268"/>
        </pc:sldMkLst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14" creationId="{1E53D1AE-AFC3-436B-846C-235D4E1D906B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15" creationId="{5FD7D7A8-22E1-481E-B32A-531B23F286A4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16" creationId="{0DDEF533-A7AD-4F6B-97FE-B3A7E1D44821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17" creationId="{34167C5F-1BF1-4D7C-A848-B2AE600E3BAD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18" creationId="{A950084C-908A-476D-8CC3-366A5EB980F1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19" creationId="{313D4FD0-2F1B-48BE-94D9-C567713FB410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20" creationId="{74BC2837-AB71-457D-8EF6-27C8D2F872B5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21" creationId="{887FC977-FD13-4E6B-A794-5668141547A9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22" creationId="{9A324D04-7703-47D7-A7B6-564DA0E307B4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23" creationId="{D5301CA9-2D86-4E37-AB1C-37E663E5B529}"/>
          </ac:spMkLst>
        </pc:spChg>
        <pc:spChg chg="add mod">
          <ac:chgData name="石坂　隼翔" userId="9d23e5a3-ba41-4296-9c9f-59c0047cb235" providerId="ADAL" clId="{3B9A2F35-03CA-466B-A004-C635CD703001}" dt="2026-07-13T01:32:25.496" v="3567" actId="1076"/>
          <ac:spMkLst>
            <pc:docMk/>
            <pc:sldMk cId="4023789922" sldId="268"/>
            <ac:spMk id="24" creationId="{1662882D-057B-429B-A4A0-C32B9F8B2D71}"/>
          </ac:spMkLst>
        </pc:spChg>
        <pc:spChg chg="add mod">
          <ac:chgData name="石坂　隼翔" userId="9d23e5a3-ba41-4296-9c9f-59c0047cb235" providerId="ADAL" clId="{3B9A2F35-03CA-466B-A004-C635CD703001}" dt="2026-07-09T03:35:34.882" v="2248" actId="1076"/>
          <ac:spMkLst>
            <pc:docMk/>
            <pc:sldMk cId="4023789922" sldId="268"/>
            <ac:spMk id="25" creationId="{B6882E0E-08AF-44AF-ACC2-BD0CEDD0CE8B}"/>
          </ac:spMkLst>
        </pc:spChg>
        <pc:spChg chg="add mod">
          <ac:chgData name="石坂　隼翔" userId="9d23e5a3-ba41-4296-9c9f-59c0047cb235" providerId="ADAL" clId="{3B9A2F35-03CA-466B-A004-C635CD703001}" dt="2026-07-09T03:37:55.197" v="2252" actId="1076"/>
          <ac:spMkLst>
            <pc:docMk/>
            <pc:sldMk cId="4023789922" sldId="268"/>
            <ac:spMk id="26" creationId="{A42BB843-484F-41F7-AE33-0F1AEDDDE7A9}"/>
          </ac:spMkLst>
        </pc:spChg>
        <pc:spChg chg="add mod">
          <ac:chgData name="石坂　隼翔" userId="9d23e5a3-ba41-4296-9c9f-59c0047cb235" providerId="ADAL" clId="{3B9A2F35-03CA-466B-A004-C635CD703001}" dt="2026-07-09T03:38:07.958" v="2256" actId="1076"/>
          <ac:spMkLst>
            <pc:docMk/>
            <pc:sldMk cId="4023789922" sldId="268"/>
            <ac:spMk id="27" creationId="{68D91817-CFAC-4F3B-AD01-629D67389CD2}"/>
          </ac:spMkLst>
        </pc:spChg>
        <pc:spChg chg="add mod">
          <ac:chgData name="石坂　隼翔" userId="9d23e5a3-ba41-4296-9c9f-59c0047cb235" providerId="ADAL" clId="{3B9A2F35-03CA-466B-A004-C635CD703001}" dt="2026-07-09T03:38:36.265" v="2261" actId="1076"/>
          <ac:spMkLst>
            <pc:docMk/>
            <pc:sldMk cId="4023789922" sldId="268"/>
            <ac:spMk id="28" creationId="{7BDD6DDC-3C99-42A0-918E-51B537328D23}"/>
          </ac:spMkLst>
        </pc:spChg>
        <pc:spChg chg="add mod">
          <ac:chgData name="石坂　隼翔" userId="9d23e5a3-ba41-4296-9c9f-59c0047cb235" providerId="ADAL" clId="{3B9A2F35-03CA-466B-A004-C635CD703001}" dt="2026-07-09T03:38:50.081" v="2265" actId="1076"/>
          <ac:spMkLst>
            <pc:docMk/>
            <pc:sldMk cId="4023789922" sldId="268"/>
            <ac:spMk id="29" creationId="{8DECED1B-9600-4FF7-AD1A-AE28F39654E6}"/>
          </ac:spMkLst>
        </pc:spChg>
        <pc:spChg chg="add mod">
          <ac:chgData name="石坂　隼翔" userId="9d23e5a3-ba41-4296-9c9f-59c0047cb235" providerId="ADAL" clId="{3B9A2F35-03CA-466B-A004-C635CD703001}" dt="2026-07-09T03:39:33.322" v="2276" actId="1076"/>
          <ac:spMkLst>
            <pc:docMk/>
            <pc:sldMk cId="4023789922" sldId="268"/>
            <ac:spMk id="30" creationId="{CA2B175D-A022-40DF-B5E4-7EE3976DEAB4}"/>
          </ac:spMkLst>
        </pc:spChg>
        <pc:spChg chg="add mod">
          <ac:chgData name="石坂　隼翔" userId="9d23e5a3-ba41-4296-9c9f-59c0047cb235" providerId="ADAL" clId="{3B9A2F35-03CA-466B-A004-C635CD703001}" dt="2026-07-09T03:39:50.581" v="2289" actId="1076"/>
          <ac:spMkLst>
            <pc:docMk/>
            <pc:sldMk cId="4023789922" sldId="268"/>
            <ac:spMk id="31" creationId="{2F68D947-64D6-44A0-80FA-B2339DC74B7F}"/>
          </ac:spMkLst>
        </pc:spChg>
        <pc:spChg chg="add mod">
          <ac:chgData name="石坂　隼翔" userId="9d23e5a3-ba41-4296-9c9f-59c0047cb235" providerId="ADAL" clId="{3B9A2F35-03CA-466B-A004-C635CD703001}" dt="2026-07-09T04:17:15.175" v="2323" actId="1076"/>
          <ac:spMkLst>
            <pc:docMk/>
            <pc:sldMk cId="4023789922" sldId="268"/>
            <ac:spMk id="32" creationId="{F1DEC11C-8B3B-4F7D-A72B-EF6090BDFCCE}"/>
          </ac:spMkLst>
        </pc:spChg>
        <pc:spChg chg="add mod">
          <ac:chgData name="石坂　隼翔" userId="9d23e5a3-ba41-4296-9c9f-59c0047cb235" providerId="ADAL" clId="{3B9A2F35-03CA-466B-A004-C635CD703001}" dt="2026-07-09T04:17:49.979" v="2348" actId="1076"/>
          <ac:spMkLst>
            <pc:docMk/>
            <pc:sldMk cId="4023789922" sldId="268"/>
            <ac:spMk id="33" creationId="{0A6D1A5D-0875-4D95-831C-3D752B4A98D6}"/>
          </ac:spMkLst>
        </pc:spChg>
        <pc:spChg chg="add mod">
          <ac:chgData name="石坂　隼翔" userId="9d23e5a3-ba41-4296-9c9f-59c0047cb235" providerId="ADAL" clId="{3B9A2F35-03CA-466B-A004-C635CD703001}" dt="2026-07-09T04:20:16.758" v="2352" actId="1076"/>
          <ac:spMkLst>
            <pc:docMk/>
            <pc:sldMk cId="4023789922" sldId="268"/>
            <ac:spMk id="34" creationId="{4C22F9C3-A798-4973-854C-0A2EEC703D8C}"/>
          </ac:spMkLst>
        </pc:spChg>
        <pc:spChg chg="add mod">
          <ac:chgData name="石坂　隼翔" userId="9d23e5a3-ba41-4296-9c9f-59c0047cb235" providerId="ADAL" clId="{3B9A2F35-03CA-466B-A004-C635CD703001}" dt="2026-07-09T04:20:51.041" v="2364" actId="1076"/>
          <ac:spMkLst>
            <pc:docMk/>
            <pc:sldMk cId="4023789922" sldId="268"/>
            <ac:spMk id="35" creationId="{68CD070A-66DD-4232-92D1-6F90CA3A9AD5}"/>
          </ac:spMkLst>
        </pc:spChg>
        <pc:spChg chg="add mod">
          <ac:chgData name="石坂　隼翔" userId="9d23e5a3-ba41-4296-9c9f-59c0047cb235" providerId="ADAL" clId="{3B9A2F35-03CA-466B-A004-C635CD703001}" dt="2026-07-13T01:32:29.277" v="3568" actId="1076"/>
          <ac:spMkLst>
            <pc:docMk/>
            <pc:sldMk cId="4023789922" sldId="268"/>
            <ac:spMk id="36" creationId="{53EF64DC-0476-417F-A926-2BF22324D6F1}"/>
          </ac:spMkLst>
        </pc:spChg>
      </pc:sldChg>
      <pc:sldChg chg="addSp delSp modSp new mod">
        <pc:chgData name="石坂　隼翔" userId="9d23e5a3-ba41-4296-9c9f-59c0047cb235" providerId="ADAL" clId="{3B9A2F35-03CA-466B-A004-C635CD703001}" dt="2026-07-13T00:35:14.235" v="2850" actId="20577"/>
        <pc:sldMkLst>
          <pc:docMk/>
          <pc:sldMk cId="3466813982" sldId="269"/>
        </pc:sldMkLst>
        <pc:spChg chg="add mod">
          <ac:chgData name="石坂　隼翔" userId="9d23e5a3-ba41-4296-9c9f-59c0047cb235" providerId="ADAL" clId="{3B9A2F35-03CA-466B-A004-C635CD703001}" dt="2026-07-09T05:59:11.988" v="2696" actId="1076"/>
          <ac:spMkLst>
            <pc:docMk/>
            <pc:sldMk cId="3466813982" sldId="269"/>
            <ac:spMk id="2" creationId="{D2EA36DE-3A48-4EE5-9D75-B88C3415C813}"/>
          </ac:spMkLst>
        </pc:spChg>
        <pc:spChg chg="add mod">
          <ac:chgData name="石坂　隼翔" userId="9d23e5a3-ba41-4296-9c9f-59c0047cb235" providerId="ADAL" clId="{3B9A2F35-03CA-466B-A004-C635CD703001}" dt="2026-07-09T05:59:41.245" v="2703" actId="1076"/>
          <ac:spMkLst>
            <pc:docMk/>
            <pc:sldMk cId="3466813982" sldId="269"/>
            <ac:spMk id="7" creationId="{DAB33334-BFA5-4110-806C-8252F212E47A}"/>
          </ac:spMkLst>
        </pc:spChg>
        <pc:spChg chg="add mod">
          <ac:chgData name="石坂　隼翔" userId="9d23e5a3-ba41-4296-9c9f-59c0047cb235" providerId="ADAL" clId="{3B9A2F35-03CA-466B-A004-C635CD703001}" dt="2026-07-09T06:01:04.154" v="2735" actId="1076"/>
          <ac:spMkLst>
            <pc:docMk/>
            <pc:sldMk cId="3466813982" sldId="269"/>
            <ac:spMk id="8" creationId="{D744374C-4FEC-4C4F-A549-72B7A504120D}"/>
          </ac:spMkLst>
        </pc:spChg>
        <pc:spChg chg="add mod">
          <ac:chgData name="石坂　隼翔" userId="9d23e5a3-ba41-4296-9c9f-59c0047cb235" providerId="ADAL" clId="{3B9A2F35-03CA-466B-A004-C635CD703001}" dt="2026-07-09T06:01:58.687" v="2744" actId="1076"/>
          <ac:spMkLst>
            <pc:docMk/>
            <pc:sldMk cId="3466813982" sldId="269"/>
            <ac:spMk id="11" creationId="{D4B68C51-B96C-4D93-95C6-C33B30898643}"/>
          </ac:spMkLst>
        </pc:spChg>
        <pc:spChg chg="add mod">
          <ac:chgData name="石坂　隼翔" userId="9d23e5a3-ba41-4296-9c9f-59c0047cb235" providerId="ADAL" clId="{3B9A2F35-03CA-466B-A004-C635CD703001}" dt="2026-07-09T06:00:50.445" v="2732" actId="14100"/>
          <ac:spMkLst>
            <pc:docMk/>
            <pc:sldMk cId="3466813982" sldId="269"/>
            <ac:spMk id="13" creationId="{522A7894-0F85-413B-91F6-2F5982B2E2BA}"/>
          </ac:spMkLst>
        </pc:spChg>
        <pc:spChg chg="add mod">
          <ac:chgData name="石坂　隼翔" userId="9d23e5a3-ba41-4296-9c9f-59c0047cb235" providerId="ADAL" clId="{3B9A2F35-03CA-466B-A004-C635CD703001}" dt="2026-07-13T00:35:14.235" v="2850" actId="20577"/>
          <ac:spMkLst>
            <pc:docMk/>
            <pc:sldMk cId="3466813982" sldId="269"/>
            <ac:spMk id="16" creationId="{E5B64DAB-7D0D-48D8-91DF-52CE1FF55370}"/>
          </ac:spMkLst>
        </pc:spChg>
        <pc:picChg chg="add mod">
          <ac:chgData name="石坂　隼翔" userId="9d23e5a3-ba41-4296-9c9f-59c0047cb235" providerId="ADAL" clId="{3B9A2F35-03CA-466B-A004-C635CD703001}" dt="2026-07-09T05:59:33.073" v="2700" actId="14100"/>
          <ac:picMkLst>
            <pc:docMk/>
            <pc:sldMk cId="3466813982" sldId="269"/>
            <ac:picMk id="4" creationId="{C2FC5FAC-2C79-4F6D-94C4-6A983A1C7792}"/>
          </ac:picMkLst>
        </pc:picChg>
        <pc:picChg chg="add mod">
          <ac:chgData name="石坂　隼翔" userId="9d23e5a3-ba41-4296-9c9f-59c0047cb235" providerId="ADAL" clId="{3B9A2F35-03CA-466B-A004-C635CD703001}" dt="2026-07-09T06:00:57.207" v="2734" actId="14100"/>
          <ac:picMkLst>
            <pc:docMk/>
            <pc:sldMk cId="3466813982" sldId="269"/>
            <ac:picMk id="6" creationId="{17B30DD5-4E21-423E-A619-BCEADA64E692}"/>
          </ac:picMkLst>
        </pc:picChg>
        <pc:picChg chg="add mod">
          <ac:chgData name="石坂　隼翔" userId="9d23e5a3-ba41-4296-9c9f-59c0047cb235" providerId="ADAL" clId="{3B9A2F35-03CA-466B-A004-C635CD703001}" dt="2026-07-09T05:59:45.363" v="2704" actId="1076"/>
          <ac:picMkLst>
            <pc:docMk/>
            <pc:sldMk cId="3466813982" sldId="269"/>
            <ac:picMk id="10" creationId="{62B366A7-24E2-4C66-BFEA-334199A20C10}"/>
          </ac:picMkLst>
        </pc:picChg>
        <pc:picChg chg="add mod">
          <ac:chgData name="石坂　隼翔" userId="9d23e5a3-ba41-4296-9c9f-59c0047cb235" providerId="ADAL" clId="{3B9A2F35-03CA-466B-A004-C635CD703001}" dt="2026-07-09T05:59:59.307" v="2707" actId="1076"/>
          <ac:picMkLst>
            <pc:docMk/>
            <pc:sldMk cId="3466813982" sldId="269"/>
            <ac:picMk id="12" creationId="{C18FB8D9-1C0B-40F0-AB18-9F6A0FAF9438}"/>
          </ac:picMkLst>
        </pc:picChg>
        <pc:picChg chg="add mod">
          <ac:chgData name="石坂　隼翔" userId="9d23e5a3-ba41-4296-9c9f-59c0047cb235" providerId="ADAL" clId="{3B9A2F35-03CA-466B-A004-C635CD703001}" dt="2026-07-09T06:01:29.537" v="2738" actId="1076"/>
          <ac:picMkLst>
            <pc:docMk/>
            <pc:sldMk cId="3466813982" sldId="269"/>
            <ac:picMk id="15" creationId="{1006ADC7-D1A2-4DED-9FD8-8FD60005DD25}"/>
          </ac:picMkLst>
        </pc:picChg>
      </pc:sldChg>
      <pc:sldChg chg="addSp delSp modSp new mod ord">
        <pc:chgData name="石坂　隼翔" userId="9d23e5a3-ba41-4296-9c9f-59c0047cb235" providerId="ADAL" clId="{3B9A2F35-03CA-466B-A004-C635CD703001}" dt="2026-07-22T03:04:25.156" v="5516" actId="14100"/>
        <pc:sldMkLst>
          <pc:docMk/>
          <pc:sldMk cId="933964371" sldId="270"/>
        </pc:sldMkLst>
        <pc:spChg chg="add mod">
          <ac:chgData name="石坂　隼翔" userId="9d23e5a3-ba41-4296-9c9f-59c0047cb235" providerId="ADAL" clId="{3B9A2F35-03CA-466B-A004-C635CD703001}" dt="2026-07-13T01:30:28.521" v="3565" actId="14100"/>
          <ac:spMkLst>
            <pc:docMk/>
            <pc:sldMk cId="933964371" sldId="270"/>
            <ac:spMk id="2" creationId="{E73263BB-4A44-48EA-86BE-A9AFDA503461}"/>
          </ac:spMkLst>
        </pc:spChg>
        <pc:spChg chg="add mod">
          <ac:chgData name="石坂　隼翔" userId="9d23e5a3-ba41-4296-9c9f-59c0047cb235" providerId="ADAL" clId="{3B9A2F35-03CA-466B-A004-C635CD703001}" dt="2026-07-13T02:20:44.163" v="3660" actId="1076"/>
          <ac:spMkLst>
            <pc:docMk/>
            <pc:sldMk cId="933964371" sldId="270"/>
            <ac:spMk id="13" creationId="{19586110-1F7E-4AB6-B869-FBFA248DB34B}"/>
          </ac:spMkLst>
        </pc:spChg>
        <pc:spChg chg="add mod">
          <ac:chgData name="石坂　隼翔" userId="9d23e5a3-ba41-4296-9c9f-59c0047cb235" providerId="ADAL" clId="{3B9A2F35-03CA-466B-A004-C635CD703001}" dt="2026-07-13T02:01:25.320" v="3587" actId="1076"/>
          <ac:spMkLst>
            <pc:docMk/>
            <pc:sldMk cId="933964371" sldId="270"/>
            <ac:spMk id="14" creationId="{204BE430-E484-4C8A-AF23-BC5695A7BEF9}"/>
          </ac:spMkLst>
        </pc:spChg>
        <pc:spChg chg="add mod">
          <ac:chgData name="石坂　隼翔" userId="9d23e5a3-ba41-4296-9c9f-59c0047cb235" providerId="ADAL" clId="{3B9A2F35-03CA-466B-A004-C635CD703001}" dt="2026-07-13T02:01:25.320" v="3587" actId="1076"/>
          <ac:spMkLst>
            <pc:docMk/>
            <pc:sldMk cId="933964371" sldId="270"/>
            <ac:spMk id="15" creationId="{3BE84E91-F742-437E-A9A1-44A007D5E5E6}"/>
          </ac:spMkLst>
        </pc:spChg>
        <pc:spChg chg="add mod">
          <ac:chgData name="石坂　隼翔" userId="9d23e5a3-ba41-4296-9c9f-59c0047cb235" providerId="ADAL" clId="{3B9A2F35-03CA-466B-A004-C635CD703001}" dt="2026-07-13T02:18:05.773" v="3614" actId="1076"/>
          <ac:spMkLst>
            <pc:docMk/>
            <pc:sldMk cId="933964371" sldId="270"/>
            <ac:spMk id="16" creationId="{E6361B1B-DAB3-43F5-8BD7-91EDC624C6B5}"/>
          </ac:spMkLst>
        </pc:spChg>
        <pc:spChg chg="add mod">
          <ac:chgData name="石坂　隼翔" userId="9d23e5a3-ba41-4296-9c9f-59c0047cb235" providerId="ADAL" clId="{3B9A2F35-03CA-466B-A004-C635CD703001}" dt="2026-07-13T02:01:25.320" v="3587" actId="1076"/>
          <ac:spMkLst>
            <pc:docMk/>
            <pc:sldMk cId="933964371" sldId="270"/>
            <ac:spMk id="17" creationId="{0FF0B590-5405-4459-BB6C-1992244F9C34}"/>
          </ac:spMkLst>
        </pc:spChg>
        <pc:spChg chg="add mod">
          <ac:chgData name="石坂　隼翔" userId="9d23e5a3-ba41-4296-9c9f-59c0047cb235" providerId="ADAL" clId="{3B9A2F35-03CA-466B-A004-C635CD703001}" dt="2026-07-13T02:01:25.320" v="3587" actId="1076"/>
          <ac:spMkLst>
            <pc:docMk/>
            <pc:sldMk cId="933964371" sldId="270"/>
            <ac:spMk id="18" creationId="{068785AA-CCAE-4FEA-9CF8-D2F680F3089C}"/>
          </ac:spMkLst>
        </pc:spChg>
        <pc:spChg chg="add mod">
          <ac:chgData name="石坂　隼翔" userId="9d23e5a3-ba41-4296-9c9f-59c0047cb235" providerId="ADAL" clId="{3B9A2F35-03CA-466B-A004-C635CD703001}" dt="2026-07-13T02:01:25.320" v="3587" actId="1076"/>
          <ac:spMkLst>
            <pc:docMk/>
            <pc:sldMk cId="933964371" sldId="270"/>
            <ac:spMk id="19" creationId="{165D42DC-5499-4923-9D81-E6725F1C3BA7}"/>
          </ac:spMkLst>
        </pc:spChg>
        <pc:spChg chg="add mod">
          <ac:chgData name="石坂　隼翔" userId="9d23e5a3-ba41-4296-9c9f-59c0047cb235" providerId="ADAL" clId="{3B9A2F35-03CA-466B-A004-C635CD703001}" dt="2026-07-13T02:18:05.773" v="3614" actId="1076"/>
          <ac:spMkLst>
            <pc:docMk/>
            <pc:sldMk cId="933964371" sldId="270"/>
            <ac:spMk id="20" creationId="{ECE9A09C-5A18-4790-8443-CC1E285E7F86}"/>
          </ac:spMkLst>
        </pc:spChg>
        <pc:spChg chg="add mod">
          <ac:chgData name="石坂　隼翔" userId="9d23e5a3-ba41-4296-9c9f-59c0047cb235" providerId="ADAL" clId="{3B9A2F35-03CA-466B-A004-C635CD703001}" dt="2026-07-13T01:23:32.700" v="3537" actId="1076"/>
          <ac:spMkLst>
            <pc:docMk/>
            <pc:sldMk cId="933964371" sldId="270"/>
            <ac:spMk id="21" creationId="{4727464C-92F1-4390-B074-6B2BB2837894}"/>
          </ac:spMkLst>
        </pc:spChg>
        <pc:spChg chg="add mod">
          <ac:chgData name="石坂　隼翔" userId="9d23e5a3-ba41-4296-9c9f-59c0047cb235" providerId="ADAL" clId="{3B9A2F35-03CA-466B-A004-C635CD703001}" dt="2026-07-13T01:23:32.700" v="3537" actId="1076"/>
          <ac:spMkLst>
            <pc:docMk/>
            <pc:sldMk cId="933964371" sldId="270"/>
            <ac:spMk id="22" creationId="{FE433451-E981-4301-B152-B09240249F51}"/>
          </ac:spMkLst>
        </pc:spChg>
        <pc:spChg chg="add mod">
          <ac:chgData name="石坂　隼翔" userId="9d23e5a3-ba41-4296-9c9f-59c0047cb235" providerId="ADAL" clId="{3B9A2F35-03CA-466B-A004-C635CD703001}" dt="2026-07-13T01:30:22.676" v="3564" actId="14100"/>
          <ac:spMkLst>
            <pc:docMk/>
            <pc:sldMk cId="933964371" sldId="270"/>
            <ac:spMk id="23" creationId="{A777A4D0-79FD-4621-BBA4-F440B7B5353F}"/>
          </ac:spMkLst>
        </pc:spChg>
        <pc:spChg chg="add mod">
          <ac:chgData name="石坂　隼翔" userId="9d23e5a3-ba41-4296-9c9f-59c0047cb235" providerId="ADAL" clId="{3B9A2F35-03CA-466B-A004-C635CD703001}" dt="2026-07-13T02:16:55.252" v="3597" actId="1076"/>
          <ac:spMkLst>
            <pc:docMk/>
            <pc:sldMk cId="933964371" sldId="270"/>
            <ac:spMk id="25" creationId="{DF7610E1-9FCB-44D9-9EE6-85D5FA84A684}"/>
          </ac:spMkLst>
        </pc:spChg>
        <pc:spChg chg="add mod">
          <ac:chgData name="石坂　隼翔" userId="9d23e5a3-ba41-4296-9c9f-59c0047cb235" providerId="ADAL" clId="{3B9A2F35-03CA-466B-A004-C635CD703001}" dt="2026-07-13T02:19:57.042" v="3651" actId="1076"/>
          <ac:spMkLst>
            <pc:docMk/>
            <pc:sldMk cId="933964371" sldId="270"/>
            <ac:spMk id="26" creationId="{BDE99E85-591A-4249-93ED-FE057F07142B}"/>
          </ac:spMkLst>
        </pc:spChg>
        <pc:spChg chg="add mod">
          <ac:chgData name="石坂　隼翔" userId="9d23e5a3-ba41-4296-9c9f-59c0047cb235" providerId="ADAL" clId="{3B9A2F35-03CA-466B-A004-C635CD703001}" dt="2026-07-13T02:01:28.084" v="3588" actId="1076"/>
          <ac:spMkLst>
            <pc:docMk/>
            <pc:sldMk cId="933964371" sldId="270"/>
            <ac:spMk id="27" creationId="{6B0C00C2-8727-4761-9BD7-9C5B54780783}"/>
          </ac:spMkLst>
        </pc:spChg>
        <pc:spChg chg="add mod">
          <ac:chgData name="石坂　隼翔" userId="9d23e5a3-ba41-4296-9c9f-59c0047cb235" providerId="ADAL" clId="{3B9A2F35-03CA-466B-A004-C635CD703001}" dt="2026-07-13T02:16:56.744" v="3598" actId="1076"/>
          <ac:spMkLst>
            <pc:docMk/>
            <pc:sldMk cId="933964371" sldId="270"/>
            <ac:spMk id="28" creationId="{C4AC4190-3AC9-43ED-B3F5-D1A34F5E69AE}"/>
          </ac:spMkLst>
        </pc:spChg>
        <pc:spChg chg="add mod">
          <ac:chgData name="石坂　隼翔" userId="9d23e5a3-ba41-4296-9c9f-59c0047cb235" providerId="ADAL" clId="{3B9A2F35-03CA-466B-A004-C635CD703001}" dt="2026-07-22T03:04:16.898" v="5515" actId="14100"/>
          <ac:spMkLst>
            <pc:docMk/>
            <pc:sldMk cId="933964371" sldId="270"/>
            <ac:spMk id="29" creationId="{7FCD9114-DD5C-4CAF-9732-6B499A92DF4C}"/>
          </ac:spMkLst>
        </pc:spChg>
        <pc:spChg chg="add mod">
          <ac:chgData name="石坂　隼翔" userId="9d23e5a3-ba41-4296-9c9f-59c0047cb235" providerId="ADAL" clId="{3B9A2F35-03CA-466B-A004-C635CD703001}" dt="2026-07-22T03:04:13.407" v="5514" actId="1076"/>
          <ac:spMkLst>
            <pc:docMk/>
            <pc:sldMk cId="933964371" sldId="270"/>
            <ac:spMk id="30" creationId="{6470C7D4-7C89-4016-B8A9-049331F9B785}"/>
          </ac:spMkLst>
        </pc:spChg>
        <pc:spChg chg="add mod">
          <ac:chgData name="石坂　隼翔" userId="9d23e5a3-ba41-4296-9c9f-59c0047cb235" providerId="ADAL" clId="{3B9A2F35-03CA-466B-A004-C635CD703001}" dt="2026-07-13T02:19:48.094" v="3649" actId="1076"/>
          <ac:spMkLst>
            <pc:docMk/>
            <pc:sldMk cId="933964371" sldId="270"/>
            <ac:spMk id="31" creationId="{7509F50D-5E11-4E3D-A186-DDC75211EB44}"/>
          </ac:spMkLst>
        </pc:spChg>
        <pc:spChg chg="add mod">
          <ac:chgData name="石坂　隼翔" userId="9d23e5a3-ba41-4296-9c9f-59c0047cb235" providerId="ADAL" clId="{3B9A2F35-03CA-466B-A004-C635CD703001}" dt="2026-07-13T02:19:52.172" v="3650" actId="14100"/>
          <ac:spMkLst>
            <pc:docMk/>
            <pc:sldMk cId="933964371" sldId="270"/>
            <ac:spMk id="32" creationId="{10640AAA-071B-4E3A-A67B-A78777C9B9E3}"/>
          </ac:spMkLst>
        </pc:spChg>
        <pc:spChg chg="add mod">
          <ac:chgData name="石坂　隼翔" userId="9d23e5a3-ba41-4296-9c9f-59c0047cb235" providerId="ADAL" clId="{3B9A2F35-03CA-466B-A004-C635CD703001}" dt="2026-07-13T02:18:10.109" v="3615" actId="14100"/>
          <ac:spMkLst>
            <pc:docMk/>
            <pc:sldMk cId="933964371" sldId="270"/>
            <ac:spMk id="33" creationId="{7E84E60E-C493-4641-969B-B3CD39BA7D59}"/>
          </ac:spMkLst>
        </pc:spChg>
        <pc:spChg chg="add mod">
          <ac:chgData name="石坂　隼翔" userId="9d23e5a3-ba41-4296-9c9f-59c0047cb235" providerId="ADAL" clId="{3B9A2F35-03CA-466B-A004-C635CD703001}" dt="2026-07-13T02:18:19.032" v="3623" actId="20577"/>
          <ac:spMkLst>
            <pc:docMk/>
            <pc:sldMk cId="933964371" sldId="270"/>
            <ac:spMk id="34" creationId="{176FCD91-0521-49C9-8288-EA35EAFC6B89}"/>
          </ac:spMkLst>
        </pc:spChg>
        <pc:spChg chg="add mod">
          <ac:chgData name="石坂　隼翔" userId="9d23e5a3-ba41-4296-9c9f-59c0047cb235" providerId="ADAL" clId="{3B9A2F35-03CA-466B-A004-C635CD703001}" dt="2026-07-13T02:18:35.103" v="3626" actId="14100"/>
          <ac:spMkLst>
            <pc:docMk/>
            <pc:sldMk cId="933964371" sldId="270"/>
            <ac:spMk id="35" creationId="{A1E47889-82C0-46E2-8E23-886E9DA720DE}"/>
          </ac:spMkLst>
        </pc:spChg>
        <pc:spChg chg="add mod">
          <ac:chgData name="石坂　隼翔" userId="9d23e5a3-ba41-4296-9c9f-59c0047cb235" providerId="ADAL" clId="{3B9A2F35-03CA-466B-A004-C635CD703001}" dt="2026-07-13T02:18:45.542" v="3633" actId="1076"/>
          <ac:spMkLst>
            <pc:docMk/>
            <pc:sldMk cId="933964371" sldId="270"/>
            <ac:spMk id="36" creationId="{5F8A8B9A-91D4-4DFB-95B7-FEF0779DF972}"/>
          </ac:spMkLst>
        </pc:spChg>
        <pc:spChg chg="add mod">
          <ac:chgData name="石坂　隼翔" userId="9d23e5a3-ba41-4296-9c9f-59c0047cb235" providerId="ADAL" clId="{3B9A2F35-03CA-466B-A004-C635CD703001}" dt="2026-07-13T02:19:00.820" v="3639" actId="1076"/>
          <ac:spMkLst>
            <pc:docMk/>
            <pc:sldMk cId="933964371" sldId="270"/>
            <ac:spMk id="37" creationId="{D36C4353-72F1-4DA4-BE9A-A0A44A525F59}"/>
          </ac:spMkLst>
        </pc:spChg>
        <pc:spChg chg="add mod">
          <ac:chgData name="石坂　隼翔" userId="9d23e5a3-ba41-4296-9c9f-59c0047cb235" providerId="ADAL" clId="{3B9A2F35-03CA-466B-A004-C635CD703001}" dt="2026-07-13T02:19:11.645" v="3642" actId="14100"/>
          <ac:spMkLst>
            <pc:docMk/>
            <pc:sldMk cId="933964371" sldId="270"/>
            <ac:spMk id="38" creationId="{ABA92C5F-7B70-40A7-AF45-49EA4170EA0B}"/>
          </ac:spMkLst>
        </pc:spChg>
        <pc:spChg chg="add mod">
          <ac:chgData name="石坂　隼翔" userId="9d23e5a3-ba41-4296-9c9f-59c0047cb235" providerId="ADAL" clId="{3B9A2F35-03CA-466B-A004-C635CD703001}" dt="2026-07-22T03:04:25.156" v="5516" actId="14100"/>
          <ac:spMkLst>
            <pc:docMk/>
            <pc:sldMk cId="933964371" sldId="270"/>
            <ac:spMk id="39" creationId="{41F20ABE-64F9-4B20-A45C-E791968E7A1E}"/>
          </ac:spMkLst>
        </pc:spChg>
        <pc:spChg chg="add mod">
          <ac:chgData name="石坂　隼翔" userId="9d23e5a3-ba41-4296-9c9f-59c0047cb235" providerId="ADAL" clId="{3B9A2F35-03CA-466B-A004-C635CD703001}" dt="2026-07-13T02:20:24.403" v="3657" actId="14100"/>
          <ac:spMkLst>
            <pc:docMk/>
            <pc:sldMk cId="933964371" sldId="270"/>
            <ac:spMk id="40" creationId="{91E86E8F-CFB1-471F-9A88-60041C4C28DC}"/>
          </ac:spMkLst>
        </pc:spChg>
        <pc:spChg chg="add mod">
          <ac:chgData name="石坂　隼翔" userId="9d23e5a3-ba41-4296-9c9f-59c0047cb235" providerId="ADAL" clId="{3B9A2F35-03CA-466B-A004-C635CD703001}" dt="2026-07-13T02:22:35.869" v="3690" actId="1076"/>
          <ac:spMkLst>
            <pc:docMk/>
            <pc:sldMk cId="933964371" sldId="270"/>
            <ac:spMk id="41" creationId="{CCD2D1D5-016D-44CF-948C-48313C2AA6F8}"/>
          </ac:spMkLst>
        </pc:spChg>
        <pc:spChg chg="add mod">
          <ac:chgData name="石坂　隼翔" userId="9d23e5a3-ba41-4296-9c9f-59c0047cb235" providerId="ADAL" clId="{3B9A2F35-03CA-466B-A004-C635CD703001}" dt="2026-07-13T02:22:01.373" v="3667" actId="207"/>
          <ac:spMkLst>
            <pc:docMk/>
            <pc:sldMk cId="933964371" sldId="270"/>
            <ac:spMk id="42" creationId="{781B6D94-9409-4559-B62C-C964576AF221}"/>
          </ac:spMkLst>
        </pc:spChg>
        <pc:spChg chg="add mod">
          <ac:chgData name="石坂　隼翔" userId="9d23e5a3-ba41-4296-9c9f-59c0047cb235" providerId="ADAL" clId="{3B9A2F35-03CA-466B-A004-C635CD703001}" dt="2026-07-13T02:22:20.695" v="3687" actId="1076"/>
          <ac:spMkLst>
            <pc:docMk/>
            <pc:sldMk cId="933964371" sldId="270"/>
            <ac:spMk id="43" creationId="{E528D1D2-7FBF-4B13-A4BE-7657CEEE2DB9}"/>
          </ac:spMkLst>
        </pc:spChg>
        <pc:spChg chg="add mod">
          <ac:chgData name="石坂　隼翔" userId="9d23e5a3-ba41-4296-9c9f-59c0047cb235" providerId="ADAL" clId="{3B9A2F35-03CA-466B-A004-C635CD703001}" dt="2026-07-13T02:22:31.242" v="3689" actId="1076"/>
          <ac:spMkLst>
            <pc:docMk/>
            <pc:sldMk cId="933964371" sldId="270"/>
            <ac:spMk id="44" creationId="{305924BE-00E4-4204-AE8C-D658D7691331}"/>
          </ac:spMkLst>
        </pc:spChg>
        <pc:spChg chg="add mod">
          <ac:chgData name="石坂　隼翔" userId="9d23e5a3-ba41-4296-9c9f-59c0047cb235" providerId="ADAL" clId="{3B9A2F35-03CA-466B-A004-C635CD703001}" dt="2026-07-13T02:22:46.427" v="3692" actId="1076"/>
          <ac:spMkLst>
            <pc:docMk/>
            <pc:sldMk cId="933964371" sldId="270"/>
            <ac:spMk id="45" creationId="{1FF28AE2-B38D-492D-9688-1B07A9DFA396}"/>
          </ac:spMkLst>
        </pc:spChg>
        <pc:spChg chg="add mod">
          <ac:chgData name="石坂　隼翔" userId="9d23e5a3-ba41-4296-9c9f-59c0047cb235" providerId="ADAL" clId="{3B9A2F35-03CA-466B-A004-C635CD703001}" dt="2026-07-13T02:22:56.350" v="3694" actId="1076"/>
          <ac:spMkLst>
            <pc:docMk/>
            <pc:sldMk cId="933964371" sldId="270"/>
            <ac:spMk id="46" creationId="{1128D9B6-EBF6-4AAA-AA48-49A2424B30D3}"/>
          </ac:spMkLst>
        </pc:spChg>
      </pc:sldChg>
      <pc:sldChg chg="addSp modSp new mod">
        <pc:chgData name="石坂　隼翔" userId="9d23e5a3-ba41-4296-9c9f-59c0047cb235" providerId="ADAL" clId="{3B9A2F35-03CA-466B-A004-C635CD703001}" dt="2026-07-16T00:55:59.878" v="5250" actId="1076"/>
        <pc:sldMkLst>
          <pc:docMk/>
          <pc:sldMk cId="4282177424" sldId="271"/>
        </pc:sldMkLst>
        <pc:spChg chg="add mod">
          <ac:chgData name="石坂　隼翔" userId="9d23e5a3-ba41-4296-9c9f-59c0047cb235" providerId="ADAL" clId="{3B9A2F35-03CA-466B-A004-C635CD703001}" dt="2026-07-13T01:18:47.352" v="3473" actId="20577"/>
          <ac:spMkLst>
            <pc:docMk/>
            <pc:sldMk cId="4282177424" sldId="271"/>
            <ac:spMk id="6" creationId="{ECF985D8-9840-4EE6-9B21-F5736FB1525C}"/>
          </ac:spMkLst>
        </pc:spChg>
        <pc:spChg chg="add mod">
          <ac:chgData name="石坂　隼翔" userId="9d23e5a3-ba41-4296-9c9f-59c0047cb235" providerId="ADAL" clId="{3B9A2F35-03CA-466B-A004-C635CD703001}" dt="2026-07-13T01:17:28.572" v="3373" actId="20577"/>
          <ac:spMkLst>
            <pc:docMk/>
            <pc:sldMk cId="4282177424" sldId="271"/>
            <ac:spMk id="7" creationId="{29A5F97A-2C7F-436E-A69A-BF145EDD0013}"/>
          </ac:spMkLst>
        </pc:spChg>
        <pc:spChg chg="add mod">
          <ac:chgData name="石坂　隼翔" userId="9d23e5a3-ba41-4296-9c9f-59c0047cb235" providerId="ADAL" clId="{3B9A2F35-03CA-466B-A004-C635CD703001}" dt="2026-07-16T00:55:59.878" v="5250" actId="1076"/>
          <ac:spMkLst>
            <pc:docMk/>
            <pc:sldMk cId="4282177424" sldId="271"/>
            <ac:spMk id="9" creationId="{BAEFB43D-0ACF-457D-829E-5886AB8F8D5E}"/>
          </ac:spMkLst>
        </pc:spChg>
        <pc:picChg chg="add mod">
          <ac:chgData name="石坂　隼翔" userId="9d23e5a3-ba41-4296-9c9f-59c0047cb235" providerId="ADAL" clId="{3B9A2F35-03CA-466B-A004-C635CD703001}" dt="2026-07-13T01:15:18.706" v="3213" actId="1076"/>
          <ac:picMkLst>
            <pc:docMk/>
            <pc:sldMk cId="4282177424" sldId="271"/>
            <ac:picMk id="2" creationId="{CBF0E5E6-225B-47C5-93E5-193FE5DF28F6}"/>
          </ac:picMkLst>
        </pc:picChg>
        <pc:picChg chg="add mod">
          <ac:chgData name="石坂　隼翔" userId="9d23e5a3-ba41-4296-9c9f-59c0047cb235" providerId="ADAL" clId="{3B9A2F35-03CA-466B-A004-C635CD703001}" dt="2026-07-13T01:15:32.425" v="3218" actId="1076"/>
          <ac:picMkLst>
            <pc:docMk/>
            <pc:sldMk cId="4282177424" sldId="271"/>
            <ac:picMk id="3" creationId="{15E3A235-4AB0-4652-BC49-83AB4544C5A7}"/>
          </ac:picMkLst>
        </pc:picChg>
        <pc:picChg chg="add mod">
          <ac:chgData name="石坂　隼翔" userId="9d23e5a3-ba41-4296-9c9f-59c0047cb235" providerId="ADAL" clId="{3B9A2F35-03CA-466B-A004-C635CD703001}" dt="2026-07-13T01:15:26.516" v="3216" actId="1076"/>
          <ac:picMkLst>
            <pc:docMk/>
            <pc:sldMk cId="4282177424" sldId="271"/>
            <ac:picMk id="4" creationId="{7048CAF9-51E6-4694-8C4E-0025726E0D21}"/>
          </ac:picMkLst>
        </pc:picChg>
        <pc:picChg chg="add mod">
          <ac:chgData name="石坂　隼翔" userId="9d23e5a3-ba41-4296-9c9f-59c0047cb235" providerId="ADAL" clId="{3B9A2F35-03CA-466B-A004-C635CD703001}" dt="2026-07-13T01:15:40.098" v="3220" actId="1076"/>
          <ac:picMkLst>
            <pc:docMk/>
            <pc:sldMk cId="4282177424" sldId="271"/>
            <ac:picMk id="5" creationId="{7CF97C77-94EF-4759-9384-5D6ABDF5832C}"/>
          </ac:picMkLst>
        </pc:picChg>
      </pc:sldChg>
      <pc:sldChg chg="addSp modSp new mod ord">
        <pc:chgData name="石坂　隼翔" userId="9d23e5a3-ba41-4296-9c9f-59c0047cb235" providerId="ADAL" clId="{3B9A2F35-03CA-466B-A004-C635CD703001}" dt="2026-07-14T01:00:04.412" v="4812"/>
        <pc:sldMkLst>
          <pc:docMk/>
          <pc:sldMk cId="2338238939" sldId="272"/>
        </pc:sldMkLst>
        <pc:spChg chg="add mod">
          <ac:chgData name="石坂　隼翔" userId="9d23e5a3-ba41-4296-9c9f-59c0047cb235" providerId="ADAL" clId="{3B9A2F35-03CA-466B-A004-C635CD703001}" dt="2026-07-13T02:37:10.009" v="4255" actId="20577"/>
          <ac:spMkLst>
            <pc:docMk/>
            <pc:sldMk cId="2338238939" sldId="272"/>
            <ac:spMk id="2" creationId="{0AD297C3-15DF-4DAB-86A5-BC9DF95C6B4C}"/>
          </ac:spMkLst>
        </pc:spChg>
        <pc:spChg chg="add mod">
          <ac:chgData name="石坂　隼翔" userId="9d23e5a3-ba41-4296-9c9f-59c0047cb235" providerId="ADAL" clId="{3B9A2F35-03CA-466B-A004-C635CD703001}" dt="2026-07-13T02:35:38.325" v="4184" actId="1076"/>
          <ac:spMkLst>
            <pc:docMk/>
            <pc:sldMk cId="2338238939" sldId="272"/>
            <ac:spMk id="3" creationId="{F2592520-4869-40A5-8727-76DE605E38E0}"/>
          </ac:spMkLst>
        </pc:spChg>
        <pc:spChg chg="add mod">
          <ac:chgData name="石坂　隼翔" userId="9d23e5a3-ba41-4296-9c9f-59c0047cb235" providerId="ADAL" clId="{3B9A2F35-03CA-466B-A004-C635CD703001}" dt="2026-07-13T02:35:41.740" v="4185" actId="1076"/>
          <ac:spMkLst>
            <pc:docMk/>
            <pc:sldMk cId="2338238939" sldId="272"/>
            <ac:spMk id="4" creationId="{6EC194A2-8B49-4117-B9C5-78294DF42070}"/>
          </ac:spMkLst>
        </pc:spChg>
        <pc:spChg chg="add mod">
          <ac:chgData name="石坂　隼翔" userId="9d23e5a3-ba41-4296-9c9f-59c0047cb235" providerId="ADAL" clId="{3B9A2F35-03CA-466B-A004-C635CD703001}" dt="2026-07-13T02:36:44.933" v="4237" actId="20577"/>
          <ac:spMkLst>
            <pc:docMk/>
            <pc:sldMk cId="2338238939" sldId="272"/>
            <ac:spMk id="5" creationId="{075F7CDF-8781-4A1F-AA16-2FCA44DA3896}"/>
          </ac:spMkLst>
        </pc:spChg>
        <pc:spChg chg="add mod">
          <ac:chgData name="石坂　隼翔" userId="9d23e5a3-ba41-4296-9c9f-59c0047cb235" providerId="ADAL" clId="{3B9A2F35-03CA-466B-A004-C635CD703001}" dt="2026-07-13T02:36:49.372" v="4241" actId="20577"/>
          <ac:spMkLst>
            <pc:docMk/>
            <pc:sldMk cId="2338238939" sldId="272"/>
            <ac:spMk id="6" creationId="{90CFA26B-0B56-48AA-BF49-F66E02C93E5E}"/>
          </ac:spMkLst>
        </pc:spChg>
      </pc:sldChg>
      <pc:sldChg chg="addSp modSp new mod">
        <pc:chgData name="石坂　隼翔" userId="9d23e5a3-ba41-4296-9c9f-59c0047cb235" providerId="ADAL" clId="{3B9A2F35-03CA-466B-A004-C635CD703001}" dt="2026-07-23T00:43:55.990" v="6044" actId="1076"/>
        <pc:sldMkLst>
          <pc:docMk/>
          <pc:sldMk cId="3706710941" sldId="273"/>
        </pc:sldMkLst>
        <pc:spChg chg="add mod">
          <ac:chgData name="石坂　隼翔" userId="9d23e5a3-ba41-4296-9c9f-59c0047cb235" providerId="ADAL" clId="{3B9A2F35-03CA-466B-A004-C635CD703001}" dt="2026-07-23T00:43:55.990" v="6044" actId="1076"/>
          <ac:spMkLst>
            <pc:docMk/>
            <pc:sldMk cId="3706710941" sldId="273"/>
            <ac:spMk id="2" creationId="{EE457019-CD4F-4910-B18C-272D6953E1AC}"/>
          </ac:spMkLst>
        </pc:spChg>
        <pc:spChg chg="add mod">
          <ac:chgData name="石坂　隼翔" userId="9d23e5a3-ba41-4296-9c9f-59c0047cb235" providerId="ADAL" clId="{3B9A2F35-03CA-466B-A004-C635CD703001}" dt="2026-07-23T00:43:53.996" v="6043" actId="1076"/>
          <ac:spMkLst>
            <pc:docMk/>
            <pc:sldMk cId="3706710941" sldId="273"/>
            <ac:spMk id="4" creationId="{671A7546-26D4-4C13-B666-5318ABDD2F01}"/>
          </ac:spMkLst>
        </pc:spChg>
      </pc:sldChg>
      <pc:sldChg chg="addSp modSp new mod">
        <pc:chgData name="石坂　隼翔" userId="9d23e5a3-ba41-4296-9c9f-59c0047cb235" providerId="ADAL" clId="{3B9A2F35-03CA-466B-A004-C635CD703001}" dt="2026-07-23T00:37:36.057" v="5937" actId="14100"/>
        <pc:sldMkLst>
          <pc:docMk/>
          <pc:sldMk cId="1982963416" sldId="274"/>
        </pc:sldMkLst>
        <pc:spChg chg="add mod">
          <ac:chgData name="石坂　隼翔" userId="9d23e5a3-ba41-4296-9c9f-59c0047cb235" providerId="ADAL" clId="{3B9A2F35-03CA-466B-A004-C635CD703001}" dt="2026-07-15T07:15:53.141" v="5246" actId="1076"/>
          <ac:spMkLst>
            <pc:docMk/>
            <pc:sldMk cId="1982963416" sldId="274"/>
            <ac:spMk id="2" creationId="{076F10C2-CFEE-46B2-A709-FA7BB856990B}"/>
          </ac:spMkLst>
        </pc:spChg>
        <pc:spChg chg="add mod">
          <ac:chgData name="石坂　隼翔" userId="9d23e5a3-ba41-4296-9c9f-59c0047cb235" providerId="ADAL" clId="{3B9A2F35-03CA-466B-A004-C635CD703001}" dt="2026-07-15T05:58:43.755" v="5021" actId="767"/>
          <ac:spMkLst>
            <pc:docMk/>
            <pc:sldMk cId="1982963416" sldId="274"/>
            <ac:spMk id="3" creationId="{CB0E7326-6552-4EE4-AFCE-5CFA871D21B4}"/>
          </ac:spMkLst>
        </pc:spChg>
        <pc:spChg chg="add mod">
          <ac:chgData name="石坂　隼翔" userId="9d23e5a3-ba41-4296-9c9f-59c0047cb235" providerId="ADAL" clId="{3B9A2F35-03CA-466B-A004-C635CD703001}" dt="2026-07-16T00:57:45.006" v="5273" actId="20577"/>
          <ac:spMkLst>
            <pc:docMk/>
            <pc:sldMk cId="1982963416" sldId="274"/>
            <ac:spMk id="4" creationId="{D65FF8B6-B9B8-4E31-AC83-F60AAF06F0FB}"/>
          </ac:spMkLst>
        </pc:spChg>
        <pc:spChg chg="add mod">
          <ac:chgData name="石坂　隼翔" userId="9d23e5a3-ba41-4296-9c9f-59c0047cb235" providerId="ADAL" clId="{3B9A2F35-03CA-466B-A004-C635CD703001}" dt="2026-07-23T00:37:29.104" v="5936" actId="1076"/>
          <ac:spMkLst>
            <pc:docMk/>
            <pc:sldMk cId="1982963416" sldId="274"/>
            <ac:spMk id="5" creationId="{E86C9953-8EFA-4974-8846-0E22C3F10F0F}"/>
          </ac:spMkLst>
        </pc:spChg>
        <pc:spChg chg="add mod">
          <ac:chgData name="石坂　隼翔" userId="9d23e5a3-ba41-4296-9c9f-59c0047cb235" providerId="ADAL" clId="{3B9A2F35-03CA-466B-A004-C635CD703001}" dt="2026-07-23T00:37:36.057" v="5937" actId="14100"/>
          <ac:spMkLst>
            <pc:docMk/>
            <pc:sldMk cId="1982963416" sldId="274"/>
            <ac:spMk id="6" creationId="{9E332532-B5CF-4839-A34F-00EFCDC5FBA4}"/>
          </ac:spMkLst>
        </pc:spChg>
        <pc:spChg chg="add mod">
          <ac:chgData name="石坂　隼翔" userId="9d23e5a3-ba41-4296-9c9f-59c0047cb235" providerId="ADAL" clId="{3B9A2F35-03CA-466B-A004-C635CD703001}" dt="2026-07-23T00:37:26.407" v="5935" actId="1076"/>
          <ac:spMkLst>
            <pc:docMk/>
            <pc:sldMk cId="1982963416" sldId="274"/>
            <ac:spMk id="7" creationId="{9F9D66B1-16CB-451D-8C66-A82899AD395C}"/>
          </ac:spMkLst>
        </pc:spChg>
        <pc:spChg chg="add mod">
          <ac:chgData name="石坂　隼翔" userId="9d23e5a3-ba41-4296-9c9f-59c0047cb235" providerId="ADAL" clId="{3B9A2F35-03CA-466B-A004-C635CD703001}" dt="2026-07-22T01:55:10.851" v="5510" actId="1076"/>
          <ac:spMkLst>
            <pc:docMk/>
            <pc:sldMk cId="1982963416" sldId="274"/>
            <ac:spMk id="9" creationId="{C953CE99-2FDF-41B7-A96C-05106A7EF499}"/>
          </ac:spMkLst>
        </pc:spChg>
      </pc:sldChg>
      <pc:sldChg chg="addSp modSp new mod">
        <pc:chgData name="石坂　隼翔" userId="9d23e5a3-ba41-4296-9c9f-59c0047cb235" providerId="ADAL" clId="{3B9A2F35-03CA-466B-A004-C635CD703001}" dt="2026-07-22T03:31:54.465" v="5823" actId="1076"/>
        <pc:sldMkLst>
          <pc:docMk/>
          <pc:sldMk cId="1295261920" sldId="275"/>
        </pc:sldMkLst>
        <pc:spChg chg="add mod">
          <ac:chgData name="石坂　隼翔" userId="9d23e5a3-ba41-4296-9c9f-59c0047cb235" providerId="ADAL" clId="{3B9A2F35-03CA-466B-A004-C635CD703001}" dt="2026-07-22T03:31:50.186" v="5822" actId="20577"/>
          <ac:spMkLst>
            <pc:docMk/>
            <pc:sldMk cId="1295261920" sldId="275"/>
            <ac:spMk id="2" creationId="{A8B7DCB4-2A6B-48A1-A7FE-5CD67765E3B6}"/>
          </ac:spMkLst>
        </pc:spChg>
        <pc:spChg chg="add mod">
          <ac:chgData name="石坂　隼翔" userId="9d23e5a3-ba41-4296-9c9f-59c0047cb235" providerId="ADAL" clId="{3B9A2F35-03CA-466B-A004-C635CD703001}" dt="2026-07-22T03:31:07.832" v="5787" actId="120"/>
          <ac:spMkLst>
            <pc:docMk/>
            <pc:sldMk cId="1295261920" sldId="275"/>
            <ac:spMk id="3" creationId="{F6059505-0F62-4FDD-AC1E-00D2A336C2A9}"/>
          </ac:spMkLst>
        </pc:spChg>
        <pc:spChg chg="add mod">
          <ac:chgData name="石坂　隼翔" userId="9d23e5a3-ba41-4296-9c9f-59c0047cb235" providerId="ADAL" clId="{3B9A2F35-03CA-466B-A004-C635CD703001}" dt="2026-07-22T03:31:54.465" v="5823" actId="1076"/>
          <ac:spMkLst>
            <pc:docMk/>
            <pc:sldMk cId="1295261920" sldId="275"/>
            <ac:spMk id="4" creationId="{31EE29F6-3D60-4E48-8AF9-1101DE9249FF}"/>
          </ac:spMkLst>
        </pc:spChg>
      </pc:sldChg>
      <pc:sldChg chg="addSp delSp modSp new del">
        <pc:chgData name="石坂　隼翔" userId="9d23e5a3-ba41-4296-9c9f-59c0047cb235" providerId="ADAL" clId="{3B9A2F35-03CA-466B-A004-C635CD703001}" dt="2026-07-21T04:43:03.737" v="5507" actId="47"/>
        <pc:sldMkLst>
          <pc:docMk/>
          <pc:sldMk cId="3657869594" sldId="275"/>
        </pc:sldMkLst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" creationId="{CBA99F76-926F-40A9-90A0-391C9FCD2A1C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3" creationId="{24B4C2EF-4893-469C-AD72-02A9A3CCA21A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4" creationId="{28A7CF8E-BCE5-43EE-8A52-6432CE3BDB38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5" creationId="{16C3670F-9747-4A37-BEBF-40445F22BB7C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6" creationId="{15406539-FD24-47F8-BBD9-905E14DB819C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7" creationId="{793B6E36-3C5E-4952-983F-B154B8E062FC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8" creationId="{02B8D9AD-41B2-456A-9CAC-8A92A3E4627E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9" creationId="{C74B3E92-5DD7-4642-B4B5-ED110AD278D2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0" creationId="{11D9C229-A779-4522-9719-CFC3EFD63810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1" creationId="{6E1D321D-E68B-4F94-B0B6-3DF076B37507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2" creationId="{4E02A3AD-530D-4088-990E-FDD902A5FE1B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3" creationId="{2976127E-E1DB-4944-938B-0855B860071D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4" creationId="{7B3C0CB7-3410-49A6-8171-ED2F487BFFA0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5" creationId="{12C10604-1365-47D5-9F59-D80B14DF750A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6" creationId="{7B6E6D4F-B095-441B-8E50-C5B3640745ED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7" creationId="{DCE8C011-1680-4F03-B264-AD1F98F3B3F5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8" creationId="{FFF6EC8A-F37D-49EE-93B7-1EA97F25E369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19" creationId="{F8A18AE4-0168-4099-BD0F-5E81DB04E0F0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0" creationId="{C02D3AF9-68A2-4D35-8C1B-741E41C527FE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1" creationId="{32F200DD-1493-47A6-AF37-C03ECFE05BD5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2" creationId="{239A4E70-98B9-4961-89FA-A879CC221AF7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3" creationId="{D77E6603-C7E7-4923-9122-CFB289E49787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4" creationId="{E792C82A-B551-4253-B82A-EEC696525281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5" creationId="{C39DA853-CB91-45E8-BAA9-1A721DE23B32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6" creationId="{92E865D2-C9CE-4431-A4FA-16EF0B4FA21A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7" creationId="{74142FB1-6B85-499F-8599-D919C818F428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8" creationId="{F997F7E8-27EE-4629-8F90-65B208D2856D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29" creationId="{64732EC5-62F0-4357-AD51-E5B2082853E0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30" creationId="{70BE44A2-28BC-4417-825E-0CF3A20B65A5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31" creationId="{A8AC799A-B176-4D10-9345-DEAA08BA794E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32" creationId="{2FD67D83-0185-4812-A507-4E27396331E9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33" creationId="{132FEB59-02E5-4B54-8EDE-F7EA7E761619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34" creationId="{7143A767-1BB7-4F0F-B488-18AE2D00DB84}"/>
          </ac:spMkLst>
        </pc:spChg>
        <pc:spChg chg="add del mod">
          <ac:chgData name="石坂　隼翔" userId="9d23e5a3-ba41-4296-9c9f-59c0047cb235" providerId="ADAL" clId="{3B9A2F35-03CA-466B-A004-C635CD703001}" dt="2026-07-21T02:15:25.736" v="5488"/>
          <ac:spMkLst>
            <pc:docMk/>
            <pc:sldMk cId="3657869594" sldId="275"/>
            <ac:spMk id="35" creationId="{679CAC6A-D5B2-42EF-B21D-FEC6FD5F1F10}"/>
          </ac:spMkLst>
        </pc:spChg>
      </pc:sldChg>
    </pc:docChg>
  </pc:docChgLst>
  <pc:docChgLst>
    <pc:chgData name="石坂　隼翔" userId="S::tdn2532056@stu.o-hara.ac.jp::9d23e5a3-ba41-4296-9c9f-59c0047cb235" providerId="AD" clId="Web-{5E97C88E-06BB-F006-2356-4CC11A1B7EBB}"/>
    <pc:docChg chg="modSld">
      <pc:chgData name="石坂　隼翔" userId="S::tdn2532056@stu.o-hara.ac.jp::9d23e5a3-ba41-4296-9c9f-59c0047cb235" providerId="AD" clId="Web-{5E97C88E-06BB-F006-2356-4CC11A1B7EBB}" dt="2026-09-02T00:59:12.994" v="0"/>
      <pc:docMkLst>
        <pc:docMk/>
      </pc:docMkLst>
      <pc:sldChg chg="modSp">
        <pc:chgData name="石坂　隼翔" userId="S::tdn2532056@stu.o-hara.ac.jp::9d23e5a3-ba41-4296-9c9f-59c0047cb235" providerId="AD" clId="Web-{5E97C88E-06BB-F006-2356-4CC11A1B7EBB}" dt="2026-09-02T00:59:12.994" v="0"/>
        <pc:sldMkLst>
          <pc:docMk/>
          <pc:sldMk cId="3058658236" sldId="262"/>
        </pc:sldMkLst>
        <pc:picChg chg="mod">
          <ac:chgData name="石坂　隼翔" userId="S::tdn2532056@stu.o-hara.ac.jp::9d23e5a3-ba41-4296-9c9f-59c0047cb235" providerId="AD" clId="Web-{5E97C88E-06BB-F006-2356-4CC11A1B7EBB}" dt="2026-09-02T00:59:12.994" v="0"/>
          <ac:picMkLst>
            <pc:docMk/>
            <pc:sldMk cId="3058658236" sldId="262"/>
            <ac:picMk id="4" creationId="{F97A9C02-6D24-40A8-9245-5F6A452FCB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35B552-35B9-4676-82F5-1B40F13E9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6BD03E-9AC5-4F59-89BF-38770AAAB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0F6261-BFC5-4B65-83BE-010A7B09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CB9525-DD52-497D-B6D1-51706C6B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C9FF2B-BB1E-4474-984C-8F8CDABF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72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6E1B65-21F4-4111-A83B-42BF781A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E66D11-12EF-4F8D-86B3-5100D26EF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5277C7-4F91-41F9-8D42-F1A12D8F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ED3145-A50A-4CC2-82BC-627C0018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52C6B7-35A7-4FF3-BF97-42BAC937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468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FFCCCC-025A-41E5-9BD7-CDFD569D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F6B03D-6FFA-4F4E-9536-FA29BA9B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0D278C-F2C9-4BAC-8F1E-B177F322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68F012-A62B-4F79-AA1C-26AF3316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9AF8C2-ECB4-4FBD-846B-BDFB5DB7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11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6C134-3E79-47F1-B1E3-7B7D6613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F85B7D-BE27-4A97-9577-1F0BE2F14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0AE37D-1E7F-4881-92E9-D78F0B6F5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618A6C-6CD5-4440-A367-F6425502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AB5DF1-76C8-44BA-81F6-58CB8BA0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9E66C1-BBC0-445E-BEBC-9F6E159C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25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6C9189-72DF-4448-AE3C-DF0E8A08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3CE8D5-440D-47FF-BF0D-9B991B158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28CD8F1-1867-4240-A3DF-68E64DA1F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A3E51D-CD37-439F-850D-C7139761C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2EB038E-873B-41C9-9612-B623AE02F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136DB0-A7AB-4403-8525-0BD785458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1613F17-0F5C-49A8-AFF9-333CBF0A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FA2BBF-01E8-4AC4-A4B0-4460FB07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05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59461-503A-4D3C-BF8E-DEC8AFE8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AD424D2-C8A8-4AC4-AA56-95E82760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5674EB-79F3-4817-ACCB-54B2F20A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FFCD8C-C4B3-473E-A495-6152B684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88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26DCCD6-8D49-4F70-B839-12F2C598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A454B3C-1CC9-4353-9208-07BAC71E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7FBB11-2CE8-4E13-8915-E4F87336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20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C70BA-B30A-4685-B1F2-BA6E543D5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1413AB-8D2E-444D-84E6-8E320EC56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4C1AFC-9591-4D7F-B839-B1F1D517A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D510C0-9FDF-46E3-ADB2-2213EBA5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B48529-7688-4F65-88EC-35458C5E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A58F4E-99F9-4942-90B2-BDDF3084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068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273165-71A7-4182-A611-E588B95B7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DB95A1B-7FB2-49E3-87B5-DA414FE9D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6F97E7-FE1B-46CE-B697-3A2AFBF5F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D09062-57F1-4C70-95FE-3B454FC2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A697B8-0993-4D05-BFE0-6D4B3E6E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81004D-AB9E-4245-8365-B417BA1B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05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E81520-17F2-4E78-ADB4-D04AE1556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34AE40-2793-485F-8926-4A08E96BC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23D534-CA10-4871-9C33-4E4151D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7B4CA2-BC6D-433E-B5C6-668A68E04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2947D9-1E22-4B42-870E-06E35365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534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ACFEBF-03DD-4C4F-8497-475373CC4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4DC1BD-2A1A-4E84-BEE0-96CB0F51F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EAFF1A-CE9A-4DEB-87E6-D6C519D3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86B629-9603-4818-ADF3-313C2E54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88D4B5-36DC-4E89-A896-070E8521F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40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6644D0-D11F-4580-B979-B32A105B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7F217B-8D48-4CF2-B96B-FC6405A5D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D4C000-D504-4B2B-A3E4-5268CCE94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63B1B-023E-4686-900A-E9B6BA53AC17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E01D1D-14EA-4B74-B0E3-3E3FF1DAD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169FA6-6F2E-426A-962D-60045F1E5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018D8-FBF1-427F-8B9B-892FB7ACE3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32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9A7CE9B-CE8A-4112-846E-810E25D3D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7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F1B739-C486-4DFF-AC5B-C271E76C050A}"/>
              </a:ext>
            </a:extLst>
          </p:cNvPr>
          <p:cNvSpPr txBox="1"/>
          <p:nvPr/>
        </p:nvSpPr>
        <p:spPr>
          <a:xfrm>
            <a:off x="509452" y="339635"/>
            <a:ext cx="71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4C2702-061A-48B2-AD0A-46A4D405050E}"/>
              </a:ext>
            </a:extLst>
          </p:cNvPr>
          <p:cNvSpPr txBox="1"/>
          <p:nvPr/>
        </p:nvSpPr>
        <p:spPr>
          <a:xfrm>
            <a:off x="509452" y="1158240"/>
            <a:ext cx="110424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　１．ゲームタイトル</a:t>
            </a:r>
            <a:endParaRPr kumimoji="1" lang="en-US" altLang="ja-JP"/>
          </a:p>
          <a:p>
            <a:r>
              <a:rPr lang="ja-JP" altLang="en-US"/>
              <a:t>　２．目次</a:t>
            </a:r>
            <a:endParaRPr lang="en-US" altLang="ja-JP"/>
          </a:p>
          <a:p>
            <a:r>
              <a:rPr kumimoji="1" lang="ja-JP" altLang="en-US"/>
              <a:t>　３．ゲームの流れ</a:t>
            </a:r>
            <a:endParaRPr kumimoji="1" lang="en-US" altLang="ja-JP"/>
          </a:p>
          <a:p>
            <a:r>
              <a:rPr lang="ja-JP" altLang="en-US"/>
              <a:t>　４．タイトル画面</a:t>
            </a:r>
            <a:endParaRPr lang="en-US" altLang="ja-JP"/>
          </a:p>
          <a:p>
            <a:r>
              <a:rPr kumimoji="1" lang="ja-JP" altLang="en-US"/>
              <a:t>　５．</a:t>
            </a:r>
            <a:r>
              <a:rPr lang="ja-JP" altLang="en-US"/>
              <a:t>ステージカスタマイズ側画面</a:t>
            </a:r>
            <a:endParaRPr kumimoji="1" lang="en-US" altLang="ja-JP"/>
          </a:p>
          <a:p>
            <a:r>
              <a:rPr kumimoji="1" lang="ja-JP" altLang="en-US"/>
              <a:t>　６．勇者操作画面</a:t>
            </a:r>
            <a:endParaRPr kumimoji="1" lang="en-US" altLang="ja-JP"/>
          </a:p>
          <a:p>
            <a:r>
              <a:rPr lang="ja-JP" altLang="en-US"/>
              <a:t>　７．ポーズ画面</a:t>
            </a:r>
            <a:endParaRPr lang="en-US" altLang="ja-JP"/>
          </a:p>
          <a:p>
            <a:r>
              <a:rPr kumimoji="1" lang="ja-JP" altLang="en-US"/>
              <a:t>　８．音量設定画面</a:t>
            </a:r>
          </a:p>
          <a:p>
            <a:r>
              <a:rPr kumimoji="1" lang="ja-JP" altLang="en-US"/>
              <a:t>　９．エンディング・スタッフロール</a:t>
            </a:r>
            <a:endParaRPr kumimoji="1" lang="en-US" altLang="ja-JP"/>
          </a:p>
          <a:p>
            <a:r>
              <a:rPr kumimoji="1" lang="ja-JP" altLang="en-US"/>
              <a:t>１０．基本ルール</a:t>
            </a:r>
            <a:endParaRPr kumimoji="1" lang="en-US" altLang="ja-JP"/>
          </a:p>
          <a:p>
            <a:r>
              <a:rPr lang="ja-JP" altLang="en-US"/>
              <a:t>１１．操作方法</a:t>
            </a:r>
            <a:endParaRPr lang="en-US" altLang="ja-JP"/>
          </a:p>
          <a:p>
            <a:r>
              <a:rPr lang="ja-JP" altLang="en-US"/>
              <a:t>１２．</a:t>
            </a:r>
            <a:r>
              <a:rPr kumimoji="1" lang="ja-JP" altLang="en-US"/>
              <a:t>勇者　設定・能力値</a:t>
            </a:r>
            <a:endParaRPr lang="en-US" altLang="ja-JP"/>
          </a:p>
          <a:p>
            <a:r>
              <a:rPr kumimoji="1" lang="ja-JP" altLang="en-US"/>
              <a:t>１３．ギミック</a:t>
            </a:r>
            <a:endParaRPr lang="en-US" altLang="ja-JP"/>
          </a:p>
          <a:p>
            <a:r>
              <a:rPr kumimoji="1" lang="ja-JP" altLang="en-US"/>
              <a:t>１４．状態</a:t>
            </a:r>
            <a:endParaRPr kumimoji="1" lang="en-US" altLang="ja-JP"/>
          </a:p>
          <a:p>
            <a:r>
              <a:rPr lang="ja-JP" altLang="en-US"/>
              <a:t>１５．</a:t>
            </a:r>
            <a:r>
              <a:rPr kumimoji="1" lang="ja-JP" altLang="en-US"/>
              <a:t>最終ゴール時の分岐</a:t>
            </a:r>
            <a:endParaRPr lang="en-US" altLang="ja-JP"/>
          </a:p>
          <a:p>
            <a:r>
              <a:rPr kumimoji="1" lang="ja-JP" altLang="en-US"/>
              <a:t>１６．</a:t>
            </a:r>
            <a:r>
              <a:rPr lang="ja-JP" altLang="en-US"/>
              <a:t>テストステージ</a:t>
            </a:r>
            <a:endParaRPr kumimoji="1" lang="en-US" altLang="ja-JP"/>
          </a:p>
          <a:p>
            <a:r>
              <a:rPr lang="ja-JP" altLang="en-US"/>
              <a:t>１７．ステージ１</a:t>
            </a:r>
            <a:endParaRPr lang="en-US" altLang="ja-JP"/>
          </a:p>
          <a:p>
            <a:r>
              <a:rPr lang="ja-JP" altLang="en-US"/>
              <a:t>１８．スタッフロール順番</a:t>
            </a:r>
            <a:endParaRPr lang="en-US" altLang="ja-JP"/>
          </a:p>
          <a:p>
            <a:r>
              <a:rPr lang="ja-JP" altLang="en-US"/>
              <a:t>１９．その他</a:t>
            </a:r>
            <a:endParaRPr lang="en-US" altLang="ja-JP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706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3DC1029-1876-4D3B-95D8-231484524A75}"/>
              </a:ext>
            </a:extLst>
          </p:cNvPr>
          <p:cNvSpPr txBox="1"/>
          <p:nvPr/>
        </p:nvSpPr>
        <p:spPr>
          <a:xfrm>
            <a:off x="195944" y="261257"/>
            <a:ext cx="159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ゲームの流れ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596182-C5BE-4125-A2BB-F534F5BAC863}"/>
              </a:ext>
            </a:extLst>
          </p:cNvPr>
          <p:cNvSpPr txBox="1"/>
          <p:nvPr/>
        </p:nvSpPr>
        <p:spPr>
          <a:xfrm>
            <a:off x="470263" y="1136469"/>
            <a:ext cx="106592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1.</a:t>
            </a:r>
            <a:r>
              <a:rPr kumimoji="1" lang="ja-JP" altLang="en-US"/>
              <a:t>タイトル画面</a:t>
            </a:r>
            <a:endParaRPr kumimoji="1" lang="en-US" altLang="ja-JP"/>
          </a:p>
          <a:p>
            <a:r>
              <a:rPr lang="en-US" altLang="ja-JP"/>
              <a:t>2.</a:t>
            </a:r>
            <a:r>
              <a:rPr lang="ja-JP" altLang="en-US"/>
              <a:t>ステージカスタマイズ画面</a:t>
            </a:r>
            <a:endParaRPr lang="en-US" altLang="ja-JP"/>
          </a:p>
          <a:p>
            <a:r>
              <a:rPr kumimoji="1" lang="en-US" altLang="ja-JP"/>
              <a:t>3</a:t>
            </a:r>
            <a:r>
              <a:rPr lang="en-US" altLang="ja-JP"/>
              <a:t>.</a:t>
            </a:r>
            <a:r>
              <a:rPr lang="ja-JP" altLang="en-US"/>
              <a:t>勇者操作画面</a:t>
            </a:r>
            <a:endParaRPr lang="en-US" altLang="ja-JP"/>
          </a:p>
          <a:p>
            <a:r>
              <a:rPr kumimoji="1" lang="ja-JP" altLang="en-US"/>
              <a:t>（２～３を繰り返す）</a:t>
            </a:r>
            <a:endParaRPr kumimoji="1" lang="en-US" altLang="ja-JP"/>
          </a:p>
          <a:p>
            <a:r>
              <a:rPr lang="en-US" altLang="ja-JP"/>
              <a:t>4.</a:t>
            </a:r>
            <a:r>
              <a:rPr lang="ja-JP" altLang="en-US"/>
              <a:t>クリア（</a:t>
            </a:r>
            <a:r>
              <a:rPr kumimoji="1" lang="ja-JP" altLang="en-US"/>
              <a:t>キーアイテムの入手個数に応じてエンドの変化</a:t>
            </a:r>
            <a:endParaRPr lang="en-US" altLang="ja-JP"/>
          </a:p>
          <a:p>
            <a:r>
              <a:rPr kumimoji="1" lang="en-US" altLang="ja-JP"/>
              <a:t>	</a:t>
            </a:r>
            <a:r>
              <a:rPr kumimoji="1" lang="ja-JP" altLang="en-US"/>
              <a:t>　０～２個生き残るため</a:t>
            </a:r>
            <a:r>
              <a:rPr lang="ja-JP" altLang="en-US"/>
              <a:t>バットエンド</a:t>
            </a:r>
            <a:endParaRPr lang="en-US" altLang="ja-JP"/>
          </a:p>
          <a:p>
            <a:r>
              <a:rPr lang="en-US" altLang="ja-JP"/>
              <a:t>	</a:t>
            </a:r>
            <a:r>
              <a:rPr lang="ja-JP" altLang="en-US"/>
              <a:t>　３個勇者が自殺できるエンド</a:t>
            </a:r>
            <a:r>
              <a:rPr kumimoji="1" lang="ja-JP" altLang="en-US"/>
              <a:t>）</a:t>
            </a:r>
            <a:endParaRPr lang="en-US" altLang="ja-JP"/>
          </a:p>
          <a:p>
            <a:r>
              <a:rPr kumimoji="1" lang="en-US" altLang="ja-JP"/>
              <a:t>5.</a:t>
            </a:r>
            <a:r>
              <a:rPr kumimoji="1" lang="ja-JP" altLang="en-US"/>
              <a:t>エンディング・スタッフロール</a:t>
            </a:r>
          </a:p>
        </p:txBody>
      </p:sp>
    </p:spTree>
    <p:extLst>
      <p:ext uri="{BB962C8B-B14F-4D97-AF65-F5344CB8AC3E}">
        <p14:creationId xmlns:p14="http://schemas.microsoft.com/office/powerpoint/2010/main" val="56656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34319C2-1160-44B8-854B-6667B5709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634C0E-6609-4BCC-8CF8-FE58B723D870}"/>
              </a:ext>
            </a:extLst>
          </p:cNvPr>
          <p:cNvSpPr txBox="1"/>
          <p:nvPr/>
        </p:nvSpPr>
        <p:spPr>
          <a:xfrm>
            <a:off x="574767" y="707876"/>
            <a:ext cx="163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タイトル画面</a:t>
            </a:r>
            <a:endParaRPr kumimoji="1" lang="en-US" altLang="ja-JP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4ED2A8B-349F-455B-941A-0593330CA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73" y="1437168"/>
            <a:ext cx="6034677" cy="423211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DF67A76-691A-4F54-B5DA-F36463BA5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753" y="4391633"/>
            <a:ext cx="1927455" cy="151172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925A1BC-CBE0-4805-B699-0342D10ECD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208" y="4265754"/>
            <a:ext cx="2704012" cy="176348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64881C-77F6-4E44-B135-3ACF66DF1852}"/>
              </a:ext>
            </a:extLst>
          </p:cNvPr>
          <p:cNvSpPr txBox="1"/>
          <p:nvPr/>
        </p:nvSpPr>
        <p:spPr>
          <a:xfrm>
            <a:off x="7620000" y="1706880"/>
            <a:ext cx="25394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START</a:t>
            </a:r>
            <a:r>
              <a:rPr kumimoji="1" lang="ja-JP" altLang="en-US"/>
              <a:t>でゲーム画面へ</a:t>
            </a:r>
            <a:endParaRPr kumimoji="1" lang="en-US" altLang="ja-JP"/>
          </a:p>
          <a:p>
            <a:endParaRPr lang="en-US" altLang="ja-JP"/>
          </a:p>
          <a:p>
            <a:r>
              <a:rPr kumimoji="1" lang="en-US" altLang="ja-JP"/>
              <a:t>EXIT</a:t>
            </a:r>
            <a:r>
              <a:rPr kumimoji="1" lang="ja-JP" altLang="en-US"/>
              <a:t>でゲームを終了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29EE67-4ECB-48F0-92E5-F27A309F1789}"/>
              </a:ext>
            </a:extLst>
          </p:cNvPr>
          <p:cNvSpPr txBox="1"/>
          <p:nvPr/>
        </p:nvSpPr>
        <p:spPr>
          <a:xfrm>
            <a:off x="1063398" y="5777266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/>
              <a:t>※</a:t>
            </a:r>
            <a:r>
              <a:rPr kumimoji="1" lang="ja-JP" altLang="en-US"/>
              <a:t>画像はイメージです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96844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F269567D-307F-4367-AEB6-4B338C517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2" y="764247"/>
            <a:ext cx="7114508" cy="4743005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316DD9C1-939F-4EE0-8B1D-5769E141D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31" y="1461852"/>
            <a:ext cx="7114508" cy="474300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0E88E47-3478-4EF1-B546-558491E13E1D}"/>
              </a:ext>
            </a:extLst>
          </p:cNvPr>
          <p:cNvSpPr txBox="1"/>
          <p:nvPr/>
        </p:nvSpPr>
        <p:spPr>
          <a:xfrm>
            <a:off x="235131" y="326572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ステージカスタマイズ側画面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1BF8AB1-AFBD-49BE-B4E5-B91A9BBD34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125" y="4680579"/>
            <a:ext cx="452387" cy="45238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7F78CC0-C387-4D12-8CAE-B93A47E5BD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231" y="4110746"/>
            <a:ext cx="346174" cy="452387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38BACB2-EE0B-4BB9-AB71-79D6D12E3D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4" y="5396148"/>
            <a:ext cx="6779625" cy="64304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0C9C3DB-265D-41FF-8364-D74E486079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31" y="5536234"/>
            <a:ext cx="853918" cy="31982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A758728-ECF8-438C-97FA-E5440D4202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121" y="5396148"/>
            <a:ext cx="343569" cy="546275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44221725-5227-4DF5-8236-A99FB53B11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581" y="5161257"/>
            <a:ext cx="122625" cy="828676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9224ECD7-87C0-4E89-9726-E33FB73FC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72" y="4792210"/>
            <a:ext cx="452387" cy="452387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7BF9684D-4654-4EFF-BE39-05BF6445B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891" y="4318714"/>
            <a:ext cx="452387" cy="452387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9D84B9D-52B1-40C3-BEB3-98EA11615A95}"/>
              </a:ext>
            </a:extLst>
          </p:cNvPr>
          <p:cNvSpPr txBox="1"/>
          <p:nvPr/>
        </p:nvSpPr>
        <p:spPr>
          <a:xfrm>
            <a:off x="7564912" y="457919"/>
            <a:ext cx="42883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/>
              <a:t>・ステージに置くオブジェクトを選択したら</a:t>
            </a:r>
            <a:endParaRPr kumimoji="1" lang="en-US" altLang="ja-JP" sz="1600"/>
          </a:p>
          <a:p>
            <a:r>
              <a:rPr kumimoji="1" lang="ja-JP" altLang="en-US" sz="1600"/>
              <a:t>　マップ側に表示されている</a:t>
            </a:r>
            <a:endParaRPr kumimoji="1" lang="en-US" altLang="ja-JP" sz="1600"/>
          </a:p>
          <a:p>
            <a:r>
              <a:rPr lang="ja-JP" altLang="en-US" sz="1600"/>
              <a:t>　</a:t>
            </a:r>
            <a:r>
              <a:rPr kumimoji="1" lang="ja-JP" altLang="en-US" sz="1600"/>
              <a:t>白い枠のどこに置くかを選択す</a:t>
            </a:r>
            <a:r>
              <a:rPr lang="ja-JP" altLang="en-US" sz="1600"/>
              <a:t>る</a:t>
            </a:r>
            <a:endParaRPr kumimoji="1" lang="ja-JP" altLang="en-US" sz="16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DA00BF5-52A6-4E7E-A969-C7F67E13FDE3}"/>
              </a:ext>
            </a:extLst>
          </p:cNvPr>
          <p:cNvSpPr txBox="1"/>
          <p:nvPr/>
        </p:nvSpPr>
        <p:spPr>
          <a:xfrm>
            <a:off x="7563209" y="2339788"/>
            <a:ext cx="4519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・オブジェクトを置くとき</a:t>
            </a:r>
            <a:r>
              <a:rPr kumimoji="1" lang="ja-JP" altLang="en-US" sz="1600"/>
              <a:t>選択</a:t>
            </a:r>
            <a:r>
              <a:rPr kumimoji="1" lang="ja-JP" altLang="en-US"/>
              <a:t>されている</a:t>
            </a:r>
            <a:endParaRPr kumimoji="1" lang="en-US" altLang="ja-JP"/>
          </a:p>
          <a:p>
            <a:r>
              <a:rPr kumimoji="1" lang="ja-JP" altLang="en-US"/>
              <a:t>　白い枠の上には↓が付く</a:t>
            </a: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1C07D28C-6A26-4666-B004-F3F37B8415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581" y="484034"/>
            <a:ext cx="1997005" cy="1566279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5F29893-E314-4373-96F8-3B8E66F6998F}"/>
              </a:ext>
            </a:extLst>
          </p:cNvPr>
          <p:cNvSpPr txBox="1"/>
          <p:nvPr/>
        </p:nvSpPr>
        <p:spPr>
          <a:xfrm>
            <a:off x="7560020" y="3211918"/>
            <a:ext cx="323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・画面上</a:t>
            </a:r>
            <a:r>
              <a:rPr kumimoji="1" lang="en-US" altLang="ja-JP"/>
              <a:t>START</a:t>
            </a:r>
            <a:r>
              <a:rPr kumimoji="1" lang="ja-JP" altLang="en-US"/>
              <a:t>で勇者操作へ</a:t>
            </a: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1F4208D7-C84E-4791-A502-708796F9F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598" y="4680578"/>
            <a:ext cx="452387" cy="452387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BACE7CF6-3A23-43E4-89AD-E65B706C5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94" y="3995429"/>
            <a:ext cx="452387" cy="452387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AAA27560-8278-4C87-A040-BF3DECF708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92" y="2908155"/>
            <a:ext cx="1222613" cy="81507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5B2EBD1-340F-4C14-9299-219175344D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415" y="972841"/>
            <a:ext cx="364620" cy="5886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F862A4-9108-4310-883C-8A24F801D6FC}"/>
              </a:ext>
            </a:extLst>
          </p:cNvPr>
          <p:cNvSpPr txBox="1"/>
          <p:nvPr/>
        </p:nvSpPr>
        <p:spPr>
          <a:xfrm>
            <a:off x="7560020" y="408459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・右上にオブジェクトを置ける</a:t>
            </a:r>
            <a:endParaRPr kumimoji="1" lang="en-US" altLang="ja-JP"/>
          </a:p>
          <a:p>
            <a:r>
              <a:rPr lang="ja-JP" altLang="en-US"/>
              <a:t>　</a:t>
            </a:r>
            <a:r>
              <a:rPr kumimoji="1" lang="ja-JP" altLang="en-US"/>
              <a:t>残りの個数を表示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49FA2A0-8BEA-4CD3-B5D5-ADB9D4B21B21}"/>
              </a:ext>
            </a:extLst>
          </p:cNvPr>
          <p:cNvSpPr txBox="1"/>
          <p:nvPr/>
        </p:nvSpPr>
        <p:spPr>
          <a:xfrm>
            <a:off x="7955913" y="4721939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４→３→２→１→０</a:t>
            </a: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1F549EE9-6708-4708-A737-0A380F436F4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873" y="4019659"/>
            <a:ext cx="902323" cy="90232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0BB4B0-4D6E-44C6-A5B7-E6246F985A38}"/>
              </a:ext>
            </a:extLst>
          </p:cNvPr>
          <p:cNvSpPr txBox="1"/>
          <p:nvPr/>
        </p:nvSpPr>
        <p:spPr>
          <a:xfrm>
            <a:off x="7543010" y="1447411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・置くものを選ぶとき</a:t>
            </a:r>
            <a:endParaRPr kumimoji="1" lang="en-US" altLang="ja-JP"/>
          </a:p>
          <a:p>
            <a:r>
              <a:rPr lang="ja-JP" altLang="en-US"/>
              <a:t>　</a:t>
            </a:r>
            <a:r>
              <a:rPr kumimoji="1" lang="ja-JP" altLang="en-US"/>
              <a:t>選択されているものの上に↓が付く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414800-F084-4F9C-99F0-A53A712D51B7}"/>
              </a:ext>
            </a:extLst>
          </p:cNvPr>
          <p:cNvSpPr txBox="1"/>
          <p:nvPr/>
        </p:nvSpPr>
        <p:spPr>
          <a:xfrm>
            <a:off x="224216" y="633918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※</a:t>
            </a:r>
            <a:r>
              <a:rPr lang="ja-JP" altLang="en-US"/>
              <a:t>画像はイメージです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411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B4448E-E7AC-4B56-8E7F-FF7B34AFA1DC}"/>
              </a:ext>
            </a:extLst>
          </p:cNvPr>
          <p:cNvSpPr txBox="1"/>
          <p:nvPr/>
        </p:nvSpPr>
        <p:spPr>
          <a:xfrm>
            <a:off x="391886" y="313509"/>
            <a:ext cx="141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勇者側画面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A73CEA1-640A-4DFF-8AE3-F8CBD1FBD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7" y="682841"/>
            <a:ext cx="7160164" cy="477344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4FB994E-3EAC-4E72-A204-C23ACCFBC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4" y="1401716"/>
            <a:ext cx="7160164" cy="477344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4313221-66D6-44FB-A8CF-8A0E16277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644" y="4997115"/>
            <a:ext cx="662749" cy="24822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A042A13-8905-421F-AD32-2B5834145F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1" y="4537422"/>
            <a:ext cx="852200" cy="8522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FF5A5F5-4C4B-463C-9C81-75BE4C8173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92" y="2908155"/>
            <a:ext cx="1222613" cy="815075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2C6ECE-4B9D-4DED-A700-381EB4F14D1F}"/>
              </a:ext>
            </a:extLst>
          </p:cNvPr>
          <p:cNvSpPr/>
          <p:nvPr/>
        </p:nvSpPr>
        <p:spPr>
          <a:xfrm>
            <a:off x="587082" y="859041"/>
            <a:ext cx="3384884" cy="21656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12FFA85-F58B-4F71-BC17-C0ECE17310EB}"/>
              </a:ext>
            </a:extLst>
          </p:cNvPr>
          <p:cNvCxnSpPr>
            <a:cxnSpLocks/>
          </p:cNvCxnSpPr>
          <p:nvPr/>
        </p:nvCxnSpPr>
        <p:spPr>
          <a:xfrm>
            <a:off x="2297111" y="616179"/>
            <a:ext cx="0" cy="240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6BDDCEB-AD15-4D2D-8B26-135A98E0099D}"/>
              </a:ext>
            </a:extLst>
          </p:cNvPr>
          <p:cNvSpPr txBox="1"/>
          <p:nvPr/>
        </p:nvSpPr>
        <p:spPr>
          <a:xfrm>
            <a:off x="1852117" y="367370"/>
            <a:ext cx="8066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/>
              <a:t>HP</a:t>
            </a:r>
            <a:r>
              <a:rPr kumimoji="1" lang="ja-JP" altLang="en-US" sz="1100"/>
              <a:t>ゲージ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C7D67CE-60BC-43E1-85DB-1533A3EA6620}"/>
              </a:ext>
            </a:extLst>
          </p:cNvPr>
          <p:cNvSpPr txBox="1"/>
          <p:nvPr/>
        </p:nvSpPr>
        <p:spPr>
          <a:xfrm>
            <a:off x="7884975" y="689462"/>
            <a:ext cx="3667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・</a:t>
            </a:r>
            <a:r>
              <a:rPr lang="en-US" altLang="ja-JP" sz="1400"/>
              <a:t>HP</a:t>
            </a:r>
            <a:r>
              <a:rPr kumimoji="1" lang="ja-JP" altLang="en-US" sz="1400"/>
              <a:t>ゲージはとげなどのダメージを受ける</a:t>
            </a:r>
            <a:endParaRPr kumimoji="1" lang="en-US" altLang="ja-JP" sz="1400"/>
          </a:p>
          <a:p>
            <a:r>
              <a:rPr lang="ja-JP" altLang="en-US" sz="1400"/>
              <a:t>　</a:t>
            </a:r>
            <a:r>
              <a:rPr kumimoji="1" lang="ja-JP" altLang="en-US" sz="1400"/>
              <a:t>ブロックに触れると上下に揺れる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43F3607-7AEE-407D-B562-E583A95BB2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17" y="856184"/>
            <a:ext cx="696422" cy="696422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E982C891-4DC8-4940-9A7F-C31B5D449065}"/>
              </a:ext>
            </a:extLst>
          </p:cNvPr>
          <p:cNvCxnSpPr>
            <a:cxnSpLocks/>
          </p:cNvCxnSpPr>
          <p:nvPr/>
        </p:nvCxnSpPr>
        <p:spPr>
          <a:xfrm>
            <a:off x="6845468" y="498175"/>
            <a:ext cx="0" cy="36311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17395FE-2ABD-4096-B404-B3A78973D766}"/>
              </a:ext>
            </a:extLst>
          </p:cNvPr>
          <p:cNvSpPr txBox="1"/>
          <p:nvPr/>
        </p:nvSpPr>
        <p:spPr>
          <a:xfrm>
            <a:off x="6609406" y="20248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状態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40636F01-D0C5-41F3-B2BB-5323851F5C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104" y="1708327"/>
            <a:ext cx="696422" cy="696422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C94C970E-BF7D-4E5E-9BBF-3BD71E259B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119" y="1759105"/>
            <a:ext cx="360393" cy="573025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52AFD4D-DCF8-4B1D-80D2-BB26B58F9018}"/>
              </a:ext>
            </a:extLst>
          </p:cNvPr>
          <p:cNvSpPr txBox="1"/>
          <p:nvPr/>
        </p:nvSpPr>
        <p:spPr>
          <a:xfrm>
            <a:off x="7905909" y="122127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・状態例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4A1E277D-B295-4C83-9E1A-26FF36AA87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104" y="1708327"/>
            <a:ext cx="696422" cy="696422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5A5CE22C-7B58-40B2-8AD4-34B2D10B6D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26768" y="1849355"/>
            <a:ext cx="564078" cy="401472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CAC8D6B-BFDC-400A-8346-C434F92773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17" y="3982443"/>
            <a:ext cx="902323" cy="902323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2E21154-3B3B-482F-90F9-63B2790F2975}"/>
              </a:ext>
            </a:extLst>
          </p:cNvPr>
          <p:cNvCxnSpPr/>
          <p:nvPr/>
        </p:nvCxnSpPr>
        <p:spPr>
          <a:xfrm flipH="1">
            <a:off x="7203839" y="4389120"/>
            <a:ext cx="6684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A9188FB-CAE3-42C2-A2B0-512B41E970B5}"/>
              </a:ext>
            </a:extLst>
          </p:cNvPr>
          <p:cNvSpPr txBox="1"/>
          <p:nvPr/>
        </p:nvSpPr>
        <p:spPr>
          <a:xfrm>
            <a:off x="7857589" y="425062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ゴール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4E5A842-3587-4A9D-8FA3-3758FA1620D9}"/>
              </a:ext>
            </a:extLst>
          </p:cNvPr>
          <p:cNvSpPr txBox="1"/>
          <p:nvPr/>
        </p:nvSpPr>
        <p:spPr>
          <a:xfrm>
            <a:off x="7880183" y="248939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・ゴールに触れると次のステージの</a:t>
            </a:r>
            <a:endParaRPr kumimoji="1" lang="en-US" altLang="ja-JP" sz="1400"/>
          </a:p>
          <a:p>
            <a:r>
              <a:rPr lang="ja-JP" altLang="en-US" sz="1400"/>
              <a:t>　</a:t>
            </a:r>
            <a:r>
              <a:rPr kumimoji="1" lang="ja-JP" altLang="en-US" sz="1400"/>
              <a:t>ステージカスタマイズ画面へ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F41B1D7-8031-446F-9819-5A2341F74FD1}"/>
              </a:ext>
            </a:extLst>
          </p:cNvPr>
          <p:cNvSpPr txBox="1"/>
          <p:nvPr/>
        </p:nvSpPr>
        <p:spPr>
          <a:xfrm>
            <a:off x="391881" y="6305964"/>
            <a:ext cx="264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/>
              <a:t>※</a:t>
            </a:r>
            <a:r>
              <a:rPr kumimoji="1" lang="ja-JP" altLang="en-US"/>
              <a:t>画像はイメージです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70697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5F71D56-D1F9-494A-9D38-7D6EFE00A7B4}"/>
              </a:ext>
            </a:extLst>
          </p:cNvPr>
          <p:cNvSpPr txBox="1"/>
          <p:nvPr/>
        </p:nvSpPr>
        <p:spPr>
          <a:xfrm>
            <a:off x="287384" y="209006"/>
            <a:ext cx="134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ポーズ画面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690F035-4084-4AC4-8313-A121B120D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4" y="1109132"/>
            <a:ext cx="6352540" cy="423502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265A823-DEFB-4896-8258-6C96D56F7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4" y="1789854"/>
            <a:ext cx="6352540" cy="423502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7D318DE-9201-4F1A-AD55-17805C1833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16" y="1789854"/>
            <a:ext cx="5103347" cy="3578971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97A9C02-6D24-40A8-9245-5F6A452FC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3479011"/>
            <a:ext cx="1371378" cy="42835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9650493-EF84-41F5-B8F7-C4E37D56B0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667" y="3757644"/>
            <a:ext cx="2582683" cy="166088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6BB86E7-9A06-4A0B-9EE0-07028E7AD6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0" y="2407355"/>
            <a:ext cx="1451266" cy="537506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FC4B23-5136-4B9F-9C23-B0700160F74E}"/>
              </a:ext>
            </a:extLst>
          </p:cNvPr>
          <p:cNvSpPr txBox="1"/>
          <p:nvPr/>
        </p:nvSpPr>
        <p:spPr>
          <a:xfrm>
            <a:off x="7467600" y="1109132"/>
            <a:ext cx="31630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SETTINGS</a:t>
            </a:r>
            <a:r>
              <a:rPr kumimoji="1" lang="ja-JP" altLang="en-US"/>
              <a:t>で音量設定画面へ</a:t>
            </a:r>
            <a:endParaRPr kumimoji="1" lang="en-US" altLang="ja-JP"/>
          </a:p>
          <a:p>
            <a:endParaRPr lang="en-US" altLang="ja-JP"/>
          </a:p>
          <a:p>
            <a:r>
              <a:rPr kumimoji="1" lang="en-US" altLang="ja-JP"/>
              <a:t>TITLE</a:t>
            </a:r>
            <a:r>
              <a:rPr kumimoji="1" lang="ja-JP" altLang="en-US"/>
              <a:t>でタイトル画面へ</a:t>
            </a:r>
            <a:endParaRPr kumimoji="1" lang="en-US" altLang="ja-JP"/>
          </a:p>
          <a:p>
            <a:endParaRPr lang="en-US" altLang="ja-JP"/>
          </a:p>
          <a:p>
            <a:r>
              <a:rPr kumimoji="1" lang="en-US" altLang="ja-JP"/>
              <a:t>EXIT</a:t>
            </a:r>
            <a:r>
              <a:rPr kumimoji="1" lang="ja-JP" altLang="en-US"/>
              <a:t>でゲーム画面に戻る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0366E1-114E-409F-9174-D39A8466E438}"/>
              </a:ext>
            </a:extLst>
          </p:cNvPr>
          <p:cNvSpPr txBox="1"/>
          <p:nvPr/>
        </p:nvSpPr>
        <p:spPr>
          <a:xfrm>
            <a:off x="287384" y="614338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※</a:t>
            </a:r>
            <a:r>
              <a:rPr kumimoji="1" lang="ja-JP" altLang="en-US"/>
              <a:t>画像はイメージです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058658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BF0E5E6-225B-47C5-93E5-193FE5DF2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37" y="1033186"/>
            <a:ext cx="6828036" cy="4788493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5E3A235-4AB0-4652-BC49-83AB4544C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70" y="2825745"/>
            <a:ext cx="2754569" cy="482607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048CAF9-51E6-4694-8C4E-0025726E0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781" y="3580128"/>
            <a:ext cx="2988879" cy="192210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CF97C77-94EF-4759-9384-5D6ABDF583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440" y="2885248"/>
            <a:ext cx="201140" cy="36359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F985D8-9840-4EE6-9B21-F5736FB1525C}"/>
              </a:ext>
            </a:extLst>
          </p:cNvPr>
          <p:cNvSpPr txBox="1"/>
          <p:nvPr/>
        </p:nvSpPr>
        <p:spPr>
          <a:xfrm>
            <a:off x="365760" y="2743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音量設定画面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A5F97A-2C7F-436E-A69A-BF145EDD0013}"/>
              </a:ext>
            </a:extLst>
          </p:cNvPr>
          <p:cNvSpPr txBox="1"/>
          <p:nvPr/>
        </p:nvSpPr>
        <p:spPr>
          <a:xfrm>
            <a:off x="7559040" y="1656080"/>
            <a:ext cx="43396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バーを左に持っていくと音が小さくなり</a:t>
            </a:r>
            <a:endParaRPr kumimoji="1" lang="en-US" altLang="ja-JP"/>
          </a:p>
          <a:p>
            <a:r>
              <a:rPr lang="ja-JP" altLang="en-US"/>
              <a:t>右に持っていくと音が大きくなる</a:t>
            </a:r>
            <a:endParaRPr lang="en-US" altLang="ja-JP"/>
          </a:p>
          <a:p>
            <a:endParaRPr kumimoji="1" lang="en-US" altLang="ja-JP"/>
          </a:p>
          <a:p>
            <a:r>
              <a:rPr lang="en-US" altLang="ja-JP"/>
              <a:t>EXIT</a:t>
            </a:r>
            <a:r>
              <a:rPr lang="ja-JP" altLang="en-US"/>
              <a:t>でポーズ画面に戻る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EFB43D-0ACF-457D-829E-5886AB8F8D5E}"/>
              </a:ext>
            </a:extLst>
          </p:cNvPr>
          <p:cNvSpPr txBox="1"/>
          <p:nvPr/>
        </p:nvSpPr>
        <p:spPr>
          <a:xfrm>
            <a:off x="608937" y="6026547"/>
            <a:ext cx="2754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/>
              <a:t>※</a:t>
            </a:r>
            <a:r>
              <a:rPr kumimoji="1" lang="ja-JP" altLang="en-US"/>
              <a:t>画像はイメージです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428217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76F10C2-CFEE-46B2-A709-FA7BB856990B}"/>
              </a:ext>
            </a:extLst>
          </p:cNvPr>
          <p:cNvSpPr/>
          <p:nvPr/>
        </p:nvSpPr>
        <p:spPr>
          <a:xfrm>
            <a:off x="753473" y="1590709"/>
            <a:ext cx="4470400" cy="402994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ーーーーーーーーーーー</a:t>
            </a:r>
            <a:endParaRPr kumimoji="1" lang="en-US" altLang="ja-JP"/>
          </a:p>
          <a:p>
            <a:pPr algn="ctr"/>
            <a:endParaRPr lang="en-US" altLang="ja-JP"/>
          </a:p>
          <a:p>
            <a:pPr algn="ctr"/>
            <a:r>
              <a:rPr kumimoji="1" lang="ja-JP" altLang="en-US"/>
              <a:t>ーーーーーーーーー</a:t>
            </a:r>
            <a:endParaRPr kumimoji="1" lang="en-US" altLang="ja-JP"/>
          </a:p>
          <a:p>
            <a:pPr algn="ctr"/>
            <a:endParaRPr lang="en-US" altLang="ja-JP"/>
          </a:p>
          <a:p>
            <a:pPr algn="ctr"/>
            <a:r>
              <a:rPr kumimoji="1" lang="ja-JP" altLang="en-US"/>
              <a:t>ーーーーーーーーー</a:t>
            </a:r>
            <a:endParaRPr kumimoji="1" lang="en-US" altLang="ja-JP"/>
          </a:p>
          <a:p>
            <a:pPr algn="ctr"/>
            <a:endParaRPr lang="en-US" altLang="ja-JP"/>
          </a:p>
          <a:p>
            <a:pPr algn="ctr"/>
            <a:r>
              <a:rPr kumimoji="1" lang="ja-JP" altLang="en-US"/>
              <a:t>ーーーーーーーーーー</a:t>
            </a:r>
            <a:endParaRPr kumimoji="1" lang="en-US" altLang="ja-JP"/>
          </a:p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0E7326-6552-4EE4-AFCE-5CFA871D21B4}"/>
              </a:ext>
            </a:extLst>
          </p:cNvPr>
          <p:cNvSpPr txBox="1"/>
          <p:nvPr/>
        </p:nvSpPr>
        <p:spPr>
          <a:xfrm>
            <a:off x="7833360" y="1757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5FF8B6-B9B8-4E31-AC83-F60AAF06F0FB}"/>
              </a:ext>
            </a:extLst>
          </p:cNvPr>
          <p:cNvSpPr txBox="1"/>
          <p:nvPr/>
        </p:nvSpPr>
        <p:spPr>
          <a:xfrm>
            <a:off x="294640" y="20320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エンディング・スタッフロール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6C9953-8EFA-4974-8846-0E22C3F10F0F}"/>
              </a:ext>
            </a:extLst>
          </p:cNvPr>
          <p:cNvSpPr txBox="1"/>
          <p:nvPr/>
        </p:nvSpPr>
        <p:spPr>
          <a:xfrm>
            <a:off x="6096000" y="4145434"/>
            <a:ext cx="24673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スタッフロール</a:t>
            </a:r>
            <a:endParaRPr lang="en-US" altLang="ja-JP"/>
          </a:p>
          <a:p>
            <a:r>
              <a:rPr lang="ja-JP" altLang="en-US"/>
              <a:t>縦スクロール</a:t>
            </a:r>
            <a:endParaRPr lang="en-US" altLang="ja-JP"/>
          </a:p>
          <a:p>
            <a:r>
              <a:rPr lang="en-US" altLang="ja-JP" sz="1800" b="0" i="0" u="none" strike="noStrike">
                <a:solidFill>
                  <a:srgbClr val="000000"/>
                </a:solidFill>
                <a:effectLst/>
                <a:latin typeface="游ゴシック" panose="020B0400000000000000" pitchFamily="50" charset="-128"/>
              </a:rPr>
              <a:t>Esc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ea typeface="游ゴシック" panose="020B0400000000000000" pitchFamily="50" charset="-128"/>
              </a:rPr>
              <a:t>か</a:t>
            </a:r>
            <a:r>
              <a:rPr lang="en-US" altLang="ja-JP" sz="1800" b="0" i="0" u="none" strike="noStrike">
                <a:solidFill>
                  <a:srgbClr val="000000"/>
                </a:solidFill>
                <a:effectLst/>
                <a:latin typeface="游ゴシック" panose="020B0400000000000000" pitchFamily="50" charset="-128"/>
              </a:rPr>
              <a:t>Start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ea typeface="游ゴシック" panose="020B0400000000000000" pitchFamily="50" charset="-128"/>
              </a:rPr>
              <a:t>でスキップ</a:t>
            </a:r>
            <a:r>
              <a:rPr lang="ja-JP" altLang="en-US" sz="1800" b="0" i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​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E332532-B5CF-4839-A34F-00EFCDC5FBA4}"/>
              </a:ext>
            </a:extLst>
          </p:cNvPr>
          <p:cNvSpPr txBox="1"/>
          <p:nvPr/>
        </p:nvSpPr>
        <p:spPr>
          <a:xfrm>
            <a:off x="6096000" y="591611"/>
            <a:ext cx="609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最終ゴール</a:t>
            </a:r>
            <a:endParaRPr kumimoji="1" lang="en-US" altLang="ja-JP"/>
          </a:p>
          <a:p>
            <a:r>
              <a:rPr lang="ja-JP" altLang="en-US"/>
              <a:t>　　↓</a:t>
            </a:r>
            <a:endParaRPr lang="en-US" altLang="ja-JP"/>
          </a:p>
          <a:p>
            <a:r>
              <a:rPr kumimoji="1" lang="ja-JP" altLang="en-US"/>
              <a:t>エンディング（動画を入れる予定分岐によって変わる）</a:t>
            </a:r>
            <a:endParaRPr kumimoji="1" lang="en-US" altLang="ja-JP"/>
          </a:p>
          <a:p>
            <a:r>
              <a:rPr kumimoji="1" lang="ja-JP" altLang="en-US"/>
              <a:t>　　↓</a:t>
            </a:r>
            <a:endParaRPr kumimoji="1" lang="en-US" altLang="ja-JP"/>
          </a:p>
          <a:p>
            <a:r>
              <a:rPr lang="ja-JP" altLang="en-US"/>
              <a:t>スタッフロール</a:t>
            </a:r>
            <a:endParaRPr lang="en-US" altLang="ja-JP"/>
          </a:p>
          <a:p>
            <a:r>
              <a:rPr kumimoji="1" lang="ja-JP" altLang="en-US"/>
              <a:t>の順番で出る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9D66B1-16CB-451D-8C66-A82899AD395C}"/>
              </a:ext>
            </a:extLst>
          </p:cNvPr>
          <p:cNvSpPr txBox="1"/>
          <p:nvPr/>
        </p:nvSpPr>
        <p:spPr>
          <a:xfrm>
            <a:off x="6096000" y="2901041"/>
            <a:ext cx="2467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エンディング</a:t>
            </a:r>
            <a:endParaRPr kumimoji="1" lang="en-US" altLang="ja-JP"/>
          </a:p>
          <a:p>
            <a:r>
              <a:rPr lang="en-US" altLang="ja-JP" sz="1800" b="0" i="0" u="none" strike="noStrike">
                <a:solidFill>
                  <a:srgbClr val="000000"/>
                </a:solidFill>
                <a:effectLst/>
                <a:latin typeface="游ゴシック" panose="020B0400000000000000" pitchFamily="50" charset="-128"/>
              </a:rPr>
              <a:t>Esc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ea typeface="游ゴシック" panose="020B0400000000000000" pitchFamily="50" charset="-128"/>
              </a:rPr>
              <a:t>か</a:t>
            </a:r>
            <a:r>
              <a:rPr lang="en-US" altLang="ja-JP" sz="1800" b="0" i="0" u="none" strike="noStrike">
                <a:solidFill>
                  <a:srgbClr val="000000"/>
                </a:solidFill>
                <a:effectLst/>
                <a:latin typeface="游ゴシック" panose="020B0400000000000000" pitchFamily="50" charset="-128"/>
              </a:rPr>
              <a:t>Start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ea typeface="游ゴシック" panose="020B0400000000000000" pitchFamily="50" charset="-128"/>
              </a:rPr>
              <a:t>でスキップ</a:t>
            </a:r>
            <a:r>
              <a:rPr lang="ja-JP" altLang="en-US" sz="1800" b="0" i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​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953CE99-2FDF-41B7-A96C-05106A7EF499}"/>
              </a:ext>
            </a:extLst>
          </p:cNvPr>
          <p:cNvSpPr txBox="1"/>
          <p:nvPr/>
        </p:nvSpPr>
        <p:spPr>
          <a:xfrm>
            <a:off x="753473" y="570036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/>
              <a:t>※</a:t>
            </a:r>
            <a:r>
              <a:rPr kumimoji="1" lang="ja-JP" altLang="en-US"/>
              <a:t>画像はイメージです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198296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2F40FA-2B77-43C3-A713-64155DA3B71B}"/>
              </a:ext>
            </a:extLst>
          </p:cNvPr>
          <p:cNvSpPr txBox="1"/>
          <p:nvPr/>
        </p:nvSpPr>
        <p:spPr>
          <a:xfrm>
            <a:off x="274321" y="248194"/>
            <a:ext cx="4065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ステージカスタマイズの</a:t>
            </a:r>
            <a:r>
              <a:rPr lang="ja-JP" altLang="en-US"/>
              <a:t>基本ルール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87D128-3F6B-44BB-AE3E-972460896D51}"/>
              </a:ext>
            </a:extLst>
          </p:cNvPr>
          <p:cNvSpPr txBox="1"/>
          <p:nvPr/>
        </p:nvSpPr>
        <p:spPr>
          <a:xfrm>
            <a:off x="498021" y="617526"/>
            <a:ext cx="595547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・制限時間はない</a:t>
            </a:r>
            <a:endParaRPr kumimoji="1" lang="en-US" altLang="ja-JP"/>
          </a:p>
          <a:p>
            <a:endParaRPr kumimoji="1" lang="en-US" altLang="ja-JP"/>
          </a:p>
          <a:p>
            <a:r>
              <a:rPr lang="ja-JP" altLang="en-US"/>
              <a:t>・置くオブジェクトを選んだら置く位置を決める</a:t>
            </a:r>
            <a:endParaRPr lang="en-US" altLang="ja-JP"/>
          </a:p>
          <a:p>
            <a:endParaRPr lang="en-US" altLang="ja-JP"/>
          </a:p>
          <a:p>
            <a:r>
              <a:rPr kumimoji="1" lang="ja-JP" altLang="en-US"/>
              <a:t>・置けるオブジェクトは最大４個</a:t>
            </a:r>
            <a:endParaRPr kumimoji="1" lang="en-US" altLang="ja-JP"/>
          </a:p>
          <a:p>
            <a:endParaRPr kumimoji="1" lang="en-US" altLang="ja-JP"/>
          </a:p>
          <a:p>
            <a:r>
              <a:rPr lang="ja-JP" altLang="en-US"/>
              <a:t>・同じオブジェクトを置ける個数はものによって変わる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・スタートボタンで勇者操作へ</a:t>
            </a:r>
            <a:endParaRPr lang="en-US" altLang="ja-JP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349C7A-D0CA-44F4-85A4-BA5F1B3C7BA6}"/>
              </a:ext>
            </a:extLst>
          </p:cNvPr>
          <p:cNvSpPr txBox="1"/>
          <p:nvPr/>
        </p:nvSpPr>
        <p:spPr>
          <a:xfrm>
            <a:off x="274321" y="3758436"/>
            <a:ext cx="213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勇者の</a:t>
            </a:r>
            <a:r>
              <a:rPr lang="ja-JP" altLang="en-US"/>
              <a:t>基本ルール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EE46E8-B259-4991-A1B7-98434CF0E8AC}"/>
              </a:ext>
            </a:extLst>
          </p:cNvPr>
          <p:cNvSpPr txBox="1"/>
          <p:nvPr/>
        </p:nvSpPr>
        <p:spPr>
          <a:xfrm>
            <a:off x="498021" y="4379495"/>
            <a:ext cx="57246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・カスタマイズしたステージを操作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・任意の数だけキーアイテムを入手しクリアを目指す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・ダメージを受けるが死なない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・クリアの旗に触れたらカスタマイズ画面へ</a:t>
            </a:r>
          </a:p>
        </p:txBody>
      </p:sp>
    </p:spTree>
    <p:extLst>
      <p:ext uri="{BB962C8B-B14F-4D97-AF65-F5344CB8AC3E}">
        <p14:creationId xmlns:p14="http://schemas.microsoft.com/office/powerpoint/2010/main" val="2007155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D22D6D-609D-42D6-BCF9-011E4CA003F3}"/>
              </a:ext>
            </a:extLst>
          </p:cNvPr>
          <p:cNvSpPr txBox="1"/>
          <p:nvPr/>
        </p:nvSpPr>
        <p:spPr>
          <a:xfrm>
            <a:off x="296779" y="2727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操作方法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38D676-5FDF-42C9-B8F2-E44D58D73E48}"/>
              </a:ext>
            </a:extLst>
          </p:cNvPr>
          <p:cNvSpPr txBox="1"/>
          <p:nvPr/>
        </p:nvSpPr>
        <p:spPr>
          <a:xfrm>
            <a:off x="473242" y="716547"/>
            <a:ext cx="72889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カスタマイズ画面</a:t>
            </a:r>
            <a:endParaRPr kumimoji="1" lang="en-US" altLang="ja-JP"/>
          </a:p>
          <a:p>
            <a:r>
              <a:rPr lang="ja-JP" altLang="en-US"/>
              <a:t>キーボード</a:t>
            </a:r>
            <a:endParaRPr kumimoji="1" lang="en-US" altLang="ja-JP"/>
          </a:p>
          <a:p>
            <a:r>
              <a:rPr kumimoji="1" lang="ja-JP" altLang="en-US"/>
              <a:t>・選択　　　：</a:t>
            </a:r>
            <a:r>
              <a:rPr lang="ja-JP" altLang="en-US"/>
              <a:t>上（</a:t>
            </a:r>
            <a:r>
              <a:rPr kumimoji="1" lang="en-US" altLang="ja-JP"/>
              <a:t>w/</a:t>
            </a:r>
            <a:r>
              <a:rPr kumimoji="1" lang="ja-JP" altLang="en-US"/>
              <a:t>↑）、左（</a:t>
            </a:r>
            <a:r>
              <a:rPr kumimoji="1" lang="en-US" altLang="ja-JP"/>
              <a:t>a/</a:t>
            </a:r>
            <a:r>
              <a:rPr kumimoji="1" lang="ja-JP" altLang="en-US"/>
              <a:t>←）、下（</a:t>
            </a:r>
            <a:r>
              <a:rPr kumimoji="1" lang="en-US" altLang="ja-JP"/>
              <a:t>s/</a:t>
            </a:r>
            <a:r>
              <a:rPr kumimoji="1" lang="ja-JP" altLang="en-US"/>
              <a:t>↓）、右（</a:t>
            </a:r>
            <a:r>
              <a:rPr kumimoji="1" lang="en-US" altLang="ja-JP"/>
              <a:t>d/</a:t>
            </a:r>
            <a:r>
              <a:rPr kumimoji="1" lang="ja-JP" altLang="en-US"/>
              <a:t>→）</a:t>
            </a:r>
            <a:endParaRPr kumimoji="1" lang="en-US" altLang="ja-JP"/>
          </a:p>
          <a:p>
            <a:r>
              <a:rPr lang="ja-JP" altLang="en-US"/>
              <a:t>・決定　　　：</a:t>
            </a:r>
            <a:r>
              <a:rPr lang="en-US" altLang="ja-JP"/>
              <a:t>Enter</a:t>
            </a:r>
          </a:p>
          <a:p>
            <a:r>
              <a:rPr lang="ja-JP" altLang="en-US"/>
              <a:t>・ポーズ画面：</a:t>
            </a:r>
            <a:r>
              <a:rPr lang="en-US" altLang="ja-JP"/>
              <a:t>Esc</a:t>
            </a:r>
          </a:p>
          <a:p>
            <a:r>
              <a:rPr kumimoji="1" lang="ja-JP" altLang="en-US"/>
              <a:t>コントローラー</a:t>
            </a:r>
            <a:endParaRPr kumimoji="1" lang="en-US" altLang="ja-JP"/>
          </a:p>
          <a:p>
            <a:r>
              <a:rPr lang="ja-JP" altLang="en-US"/>
              <a:t>・選択移動　：上（</a:t>
            </a:r>
            <a:r>
              <a:rPr kumimoji="1" lang="ja-JP" altLang="en-US"/>
              <a:t>↑）、左（←）、下（↓）、右（→）</a:t>
            </a:r>
            <a:endParaRPr kumimoji="1" lang="en-US" altLang="ja-JP"/>
          </a:p>
          <a:p>
            <a:r>
              <a:rPr lang="ja-JP" altLang="en-US"/>
              <a:t>・決定　　　：</a:t>
            </a:r>
            <a:r>
              <a:rPr lang="en-US" altLang="ja-JP"/>
              <a:t>B</a:t>
            </a:r>
          </a:p>
          <a:p>
            <a:r>
              <a:rPr lang="ja-JP" altLang="en-US"/>
              <a:t>・戻る　　　：</a:t>
            </a:r>
            <a:r>
              <a:rPr lang="en-US" altLang="ja-JP"/>
              <a:t>A</a:t>
            </a:r>
          </a:p>
          <a:p>
            <a:r>
              <a:rPr lang="ja-JP" altLang="en-US"/>
              <a:t>・ポーズ画面：</a:t>
            </a:r>
            <a:r>
              <a:rPr lang="en-US" altLang="ja-JP"/>
              <a:t>START</a:t>
            </a:r>
          </a:p>
          <a:p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40D4B04-BBA8-402C-872B-53E0CA16AA4B}"/>
              </a:ext>
            </a:extLst>
          </p:cNvPr>
          <p:cNvSpPr txBox="1"/>
          <p:nvPr/>
        </p:nvSpPr>
        <p:spPr>
          <a:xfrm>
            <a:off x="473242" y="3649941"/>
            <a:ext cx="72889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勇者操作</a:t>
            </a:r>
            <a:r>
              <a:rPr kumimoji="1" lang="ja-JP" altLang="en-US"/>
              <a:t>画面</a:t>
            </a:r>
            <a:endParaRPr kumimoji="1" lang="en-US" altLang="ja-JP"/>
          </a:p>
          <a:p>
            <a:r>
              <a:rPr lang="ja-JP" altLang="en-US"/>
              <a:t>キーボード</a:t>
            </a:r>
            <a:endParaRPr kumimoji="1" lang="en-US" altLang="ja-JP"/>
          </a:p>
          <a:p>
            <a:r>
              <a:rPr kumimoji="1" lang="ja-JP" altLang="en-US"/>
              <a:t>・移動　　　：</a:t>
            </a:r>
            <a:r>
              <a:rPr lang="ja-JP" altLang="en-US"/>
              <a:t>上（</a:t>
            </a:r>
            <a:r>
              <a:rPr kumimoji="1" lang="en-US" altLang="ja-JP"/>
              <a:t>w/</a:t>
            </a:r>
            <a:r>
              <a:rPr kumimoji="1" lang="ja-JP" altLang="en-US"/>
              <a:t>↑）、左（</a:t>
            </a:r>
            <a:r>
              <a:rPr kumimoji="1" lang="en-US" altLang="ja-JP"/>
              <a:t>a/</a:t>
            </a:r>
            <a:r>
              <a:rPr kumimoji="1" lang="ja-JP" altLang="en-US"/>
              <a:t>←）、下（</a:t>
            </a:r>
            <a:r>
              <a:rPr kumimoji="1" lang="en-US" altLang="ja-JP"/>
              <a:t>s/</a:t>
            </a:r>
            <a:r>
              <a:rPr kumimoji="1" lang="ja-JP" altLang="en-US"/>
              <a:t>↓）、右（</a:t>
            </a:r>
            <a:r>
              <a:rPr kumimoji="1" lang="en-US" altLang="ja-JP"/>
              <a:t>d/</a:t>
            </a:r>
            <a:r>
              <a:rPr kumimoji="1" lang="ja-JP" altLang="en-US"/>
              <a:t>→）</a:t>
            </a:r>
            <a:endParaRPr kumimoji="1" lang="en-US" altLang="ja-JP"/>
          </a:p>
          <a:p>
            <a:r>
              <a:rPr lang="ja-JP" altLang="en-US"/>
              <a:t>・ジャンプ　：</a:t>
            </a:r>
            <a:r>
              <a:rPr lang="en-US" altLang="ja-JP"/>
              <a:t>Space</a:t>
            </a:r>
          </a:p>
          <a:p>
            <a:r>
              <a:rPr lang="ja-JP" altLang="en-US"/>
              <a:t>・ポーズ画面：</a:t>
            </a:r>
            <a:r>
              <a:rPr lang="en-US" altLang="ja-JP"/>
              <a:t>Esc</a:t>
            </a:r>
          </a:p>
          <a:p>
            <a:r>
              <a:rPr kumimoji="1" lang="ja-JP" altLang="en-US"/>
              <a:t>コントローラー</a:t>
            </a:r>
            <a:endParaRPr kumimoji="1" lang="en-US" altLang="ja-JP"/>
          </a:p>
          <a:p>
            <a:r>
              <a:rPr kumimoji="1" lang="ja-JP" altLang="en-US"/>
              <a:t>・</a:t>
            </a:r>
            <a:r>
              <a:rPr lang="ja-JP" altLang="en-US"/>
              <a:t>移動　　　：上（</a:t>
            </a:r>
            <a:r>
              <a:rPr kumimoji="1" lang="ja-JP" altLang="en-US"/>
              <a:t>↑）、左（←）、下（↓）、右（→）</a:t>
            </a:r>
            <a:endParaRPr kumimoji="1" lang="en-US" altLang="ja-JP"/>
          </a:p>
          <a:p>
            <a:r>
              <a:rPr lang="ja-JP" altLang="en-US"/>
              <a:t>・ジャンプ　：</a:t>
            </a:r>
            <a:r>
              <a:rPr lang="en-US" altLang="ja-JP"/>
              <a:t>A</a:t>
            </a:r>
            <a:endParaRPr kumimoji="1" lang="ja-JP" altLang="en-US"/>
          </a:p>
          <a:p>
            <a:r>
              <a:rPr lang="ja-JP" altLang="en-US"/>
              <a:t>・ポーズ画面：</a:t>
            </a:r>
            <a:r>
              <a:rPr lang="en-US" altLang="ja-JP"/>
              <a:t>START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1508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A88923-3D89-421F-BCB5-A5A8657C5D6E}"/>
              </a:ext>
            </a:extLst>
          </p:cNvPr>
          <p:cNvSpPr txBox="1"/>
          <p:nvPr/>
        </p:nvSpPr>
        <p:spPr>
          <a:xfrm>
            <a:off x="487680" y="37592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勇者　設定・能力値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A48A3E-3DF2-47A6-8954-EF05B137A9EE}"/>
              </a:ext>
            </a:extLst>
          </p:cNvPr>
          <p:cNvSpPr txBox="1"/>
          <p:nvPr/>
        </p:nvSpPr>
        <p:spPr>
          <a:xfrm>
            <a:off x="447040" y="1198880"/>
            <a:ext cx="35092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・</a:t>
            </a:r>
            <a:r>
              <a:rPr lang="en-US" altLang="ja-JP"/>
              <a:t>HP</a:t>
            </a:r>
            <a:r>
              <a:rPr kumimoji="1" lang="ja-JP" altLang="en-US"/>
              <a:t>は</a:t>
            </a:r>
            <a:r>
              <a:rPr kumimoji="1" lang="en-US" altLang="ja-JP"/>
              <a:t>100000</a:t>
            </a:r>
          </a:p>
          <a:p>
            <a:r>
              <a:rPr lang="ja-JP" altLang="en-US"/>
              <a:t>・</a:t>
            </a:r>
            <a:r>
              <a:rPr lang="en-US" altLang="ja-JP"/>
              <a:t>HP</a:t>
            </a:r>
            <a:r>
              <a:rPr kumimoji="1" lang="ja-JP" altLang="en-US"/>
              <a:t>が</a:t>
            </a:r>
            <a:r>
              <a:rPr lang="ja-JP" altLang="en-US"/>
              <a:t>１になると減らなくなる</a:t>
            </a:r>
            <a:endParaRPr kumimoji="1" lang="en-US" altLang="ja-JP"/>
          </a:p>
          <a:p>
            <a:r>
              <a:rPr lang="ja-JP" altLang="en-US"/>
              <a:t>・</a:t>
            </a:r>
            <a:r>
              <a:rPr kumimoji="1" lang="ja-JP" altLang="en-US"/>
              <a:t>受けるダメージは１</a:t>
            </a:r>
            <a:endParaRPr kumimoji="1" lang="en-US" altLang="ja-JP"/>
          </a:p>
          <a:p>
            <a:r>
              <a:rPr kumimoji="1" lang="ja-JP" altLang="en-US"/>
              <a:t>・</a:t>
            </a:r>
            <a:r>
              <a:rPr kumimoji="1" lang="en-US" altLang="ja-JP"/>
              <a:t>HP</a:t>
            </a:r>
            <a:r>
              <a:rPr kumimoji="1" lang="ja-JP" altLang="en-US"/>
              <a:t>は自動回復</a:t>
            </a:r>
            <a:endParaRPr kumimoji="1" lang="en-US" altLang="ja-JP"/>
          </a:p>
          <a:p>
            <a:r>
              <a:rPr lang="ja-JP" altLang="en-US"/>
              <a:t>・状態異常はくらう</a:t>
            </a:r>
            <a:endParaRPr lang="en-US" altLang="ja-JP"/>
          </a:p>
          <a:p>
            <a:r>
              <a:rPr kumimoji="1" lang="ja-JP" altLang="en-US"/>
              <a:t>・状態異常は時間経過で治る</a:t>
            </a:r>
          </a:p>
        </p:txBody>
      </p:sp>
    </p:spTree>
    <p:extLst>
      <p:ext uri="{BB962C8B-B14F-4D97-AF65-F5344CB8AC3E}">
        <p14:creationId xmlns:p14="http://schemas.microsoft.com/office/powerpoint/2010/main" val="85035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2DB1EB4-BA3F-4B89-9B30-72DD6CA5CD6F}"/>
              </a:ext>
            </a:extLst>
          </p:cNvPr>
          <p:cNvSpPr txBox="1"/>
          <p:nvPr/>
        </p:nvSpPr>
        <p:spPr>
          <a:xfrm>
            <a:off x="274320" y="2844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ギミック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DF82C0B-BAA2-45A7-8E51-BEC6AC335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61" y="1202453"/>
            <a:ext cx="1867526" cy="69944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7BE56E8-0A6D-46B7-AF73-5DFFFDDA6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04" y="4636414"/>
            <a:ext cx="1132602" cy="180083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C7F0B03-9041-42F9-9554-B227C6BC07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504" y="653812"/>
            <a:ext cx="1254743" cy="140043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079CC9A-AFFE-4B18-B39E-C6C7EBD64E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84" y="506001"/>
            <a:ext cx="1307870" cy="140043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9654919-31D9-4022-B0AC-7E226C2EC9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540" y="2986852"/>
            <a:ext cx="1742816" cy="894811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D3DFC11-69E1-4F09-96B6-49747A2D64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99" y="5005873"/>
            <a:ext cx="1413403" cy="1400436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230E60D-EDCF-4AF7-B255-E7C1A6516474}"/>
              </a:ext>
            </a:extLst>
          </p:cNvPr>
          <p:cNvSpPr txBox="1"/>
          <p:nvPr/>
        </p:nvSpPr>
        <p:spPr>
          <a:xfrm>
            <a:off x="2118150" y="660471"/>
            <a:ext cx="20313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とげ</a:t>
            </a:r>
            <a:endParaRPr kumimoji="1" lang="en-US" altLang="ja-JP"/>
          </a:p>
          <a:p>
            <a:r>
              <a:rPr lang="ja-JP" altLang="en-US"/>
              <a:t>勇者はダメージを</a:t>
            </a:r>
            <a:endParaRPr lang="en-US" altLang="ja-JP"/>
          </a:p>
          <a:p>
            <a:r>
              <a:rPr lang="ja-JP" altLang="en-US"/>
              <a:t>受ける</a:t>
            </a:r>
            <a:endParaRPr lang="en-US" altLang="ja-JP"/>
          </a:p>
          <a:p>
            <a:r>
              <a:rPr lang="ja-JP" altLang="en-US"/>
              <a:t>低めの足場になる</a:t>
            </a:r>
            <a:endParaRPr lang="en-US" altLang="ja-JP"/>
          </a:p>
          <a:p>
            <a:r>
              <a:rPr kumimoji="1" lang="ja-JP" altLang="en-US"/>
              <a:t>置ける個数４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63E6EED-82AE-48CE-BD00-90EF91DB6513}"/>
              </a:ext>
            </a:extLst>
          </p:cNvPr>
          <p:cNvSpPr txBox="1"/>
          <p:nvPr/>
        </p:nvSpPr>
        <p:spPr>
          <a:xfrm>
            <a:off x="5903733" y="61324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氷ブロック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8B1A7E1-CC73-4D72-B328-736182AC927B}"/>
              </a:ext>
            </a:extLst>
          </p:cNvPr>
          <p:cNvSpPr txBox="1"/>
          <p:nvPr/>
        </p:nvSpPr>
        <p:spPr>
          <a:xfrm>
            <a:off x="1375085" y="4662813"/>
            <a:ext cx="24929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炎</a:t>
            </a:r>
            <a:endParaRPr kumimoji="1" lang="en-US" altLang="ja-JP"/>
          </a:p>
          <a:p>
            <a:r>
              <a:rPr lang="ja-JP" altLang="en-US"/>
              <a:t>勇者はダメージを受け</a:t>
            </a:r>
            <a:endParaRPr lang="en-US" altLang="ja-JP"/>
          </a:p>
          <a:p>
            <a:r>
              <a:rPr kumimoji="1" lang="ja-JP" altLang="en-US"/>
              <a:t>状態が「炎上」になる</a:t>
            </a:r>
            <a:endParaRPr kumimoji="1" lang="en-US" altLang="ja-JP"/>
          </a:p>
          <a:p>
            <a:r>
              <a:rPr lang="ja-JP" altLang="en-US"/>
              <a:t>効果時間</a:t>
            </a:r>
            <a:r>
              <a:rPr lang="en-US" altLang="ja-JP"/>
              <a:t>20</a:t>
            </a:r>
            <a:r>
              <a:rPr lang="ja-JP" altLang="en-US"/>
              <a:t>秒</a:t>
            </a:r>
            <a:endParaRPr lang="en-US" altLang="ja-JP"/>
          </a:p>
          <a:p>
            <a:r>
              <a:rPr kumimoji="1" lang="ja-JP" altLang="en-US"/>
              <a:t>置ける個数２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FCDD129-C59F-4982-B56C-CE9C125403ED}"/>
              </a:ext>
            </a:extLst>
          </p:cNvPr>
          <p:cNvSpPr txBox="1"/>
          <p:nvPr/>
        </p:nvSpPr>
        <p:spPr>
          <a:xfrm>
            <a:off x="1705854" y="28350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5E3FB24-9139-463B-8862-BA37C4C08B3F}"/>
              </a:ext>
            </a:extLst>
          </p:cNvPr>
          <p:cNvSpPr txBox="1"/>
          <p:nvPr/>
        </p:nvSpPr>
        <p:spPr>
          <a:xfrm>
            <a:off x="5930453" y="1086666"/>
            <a:ext cx="24929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通常状態は通れない</a:t>
            </a:r>
            <a:endParaRPr kumimoji="1" lang="en-US" altLang="ja-JP"/>
          </a:p>
          <a:p>
            <a:r>
              <a:rPr kumimoji="1" lang="ja-JP" altLang="en-US"/>
              <a:t>状態が「炎上」の時に</a:t>
            </a:r>
            <a:endParaRPr kumimoji="1" lang="en-US" altLang="ja-JP"/>
          </a:p>
          <a:p>
            <a:r>
              <a:rPr kumimoji="1" lang="ja-JP" altLang="en-US"/>
              <a:t>触れると壊れる</a:t>
            </a:r>
            <a:endParaRPr kumimoji="1" lang="en-US" altLang="ja-JP"/>
          </a:p>
          <a:p>
            <a:r>
              <a:rPr lang="ja-JP" altLang="en-US"/>
              <a:t>置ける個数２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264CFA-5B69-4162-925D-C67F528A241D}"/>
              </a:ext>
            </a:extLst>
          </p:cNvPr>
          <p:cNvSpPr txBox="1"/>
          <p:nvPr/>
        </p:nvSpPr>
        <p:spPr>
          <a:xfrm>
            <a:off x="5627154" y="2808194"/>
            <a:ext cx="31854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ジャンプ台</a:t>
            </a:r>
            <a:endParaRPr kumimoji="1" lang="en-US" altLang="ja-JP"/>
          </a:p>
          <a:p>
            <a:r>
              <a:rPr kumimoji="1" lang="ja-JP" altLang="en-US"/>
              <a:t>上に乗ると状態が</a:t>
            </a:r>
            <a:endParaRPr kumimoji="1" lang="en-US" altLang="ja-JP"/>
          </a:p>
          <a:p>
            <a:r>
              <a:rPr kumimoji="1" lang="ja-JP" altLang="en-US"/>
              <a:t>「身軽」になりジャンプ力</a:t>
            </a:r>
            <a:r>
              <a:rPr lang="ja-JP" altLang="en-US"/>
              <a:t>が</a:t>
            </a:r>
            <a:endParaRPr lang="en-US" altLang="ja-JP"/>
          </a:p>
          <a:p>
            <a:r>
              <a:rPr kumimoji="1" lang="ja-JP" altLang="en-US"/>
              <a:t>上がる</a:t>
            </a:r>
            <a:endParaRPr kumimoji="1" lang="en-US" altLang="ja-JP"/>
          </a:p>
          <a:p>
            <a:r>
              <a:rPr lang="ja-JP" altLang="en-US"/>
              <a:t>置ける個数１</a:t>
            </a:r>
            <a:endParaRPr kumimoji="1"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7EAB94-2567-4BF5-A702-7F39B29B7320}"/>
              </a:ext>
            </a:extLst>
          </p:cNvPr>
          <p:cNvSpPr txBox="1"/>
          <p:nvPr/>
        </p:nvSpPr>
        <p:spPr>
          <a:xfrm>
            <a:off x="5206902" y="5156408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足場</a:t>
            </a:r>
            <a:endParaRPr kumimoji="1" lang="en-US" altLang="ja-JP"/>
          </a:p>
          <a:p>
            <a:r>
              <a:rPr kumimoji="1" lang="ja-JP" altLang="en-US"/>
              <a:t>上に乗ることができる足場</a:t>
            </a:r>
            <a:endParaRPr kumimoji="1" lang="en-US" altLang="ja-JP"/>
          </a:p>
          <a:p>
            <a:r>
              <a:rPr lang="ja-JP" altLang="en-US"/>
              <a:t>置ける個数１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0E6039-B17E-47D6-8F2D-CF08B07CA759}"/>
              </a:ext>
            </a:extLst>
          </p:cNvPr>
          <p:cNvSpPr txBox="1"/>
          <p:nvPr/>
        </p:nvSpPr>
        <p:spPr>
          <a:xfrm>
            <a:off x="1309206" y="22170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ロープ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8A8C70-3CAC-43C2-B3BD-5851893044CC}"/>
              </a:ext>
            </a:extLst>
          </p:cNvPr>
          <p:cNvSpPr txBox="1"/>
          <p:nvPr/>
        </p:nvSpPr>
        <p:spPr>
          <a:xfrm>
            <a:off x="9566060" y="51521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壊れた氷ブロック</a:t>
            </a:r>
            <a:endParaRPr kumimoji="1" lang="en-US" altLang="ja-JP"/>
          </a:p>
          <a:p>
            <a:r>
              <a:rPr lang="ja-JP" altLang="en-US"/>
              <a:t>通れるようになる</a:t>
            </a:r>
            <a:endParaRPr lang="en-US" altLang="ja-JP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004A5DDE-261E-40A5-B26B-40F5BE6FF4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61" y="2391438"/>
            <a:ext cx="256444" cy="1732998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BED521A-EEDE-4857-955A-68F43DF35105}"/>
              </a:ext>
            </a:extLst>
          </p:cNvPr>
          <p:cNvSpPr txBox="1"/>
          <p:nvPr/>
        </p:nvSpPr>
        <p:spPr>
          <a:xfrm>
            <a:off x="1119115" y="2835088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上に登ることができる</a:t>
            </a:r>
            <a:endParaRPr kumimoji="1" lang="en-US" altLang="ja-JP"/>
          </a:p>
          <a:p>
            <a:r>
              <a:rPr lang="ja-JP" altLang="en-US"/>
              <a:t>置ける個数１</a:t>
            </a:r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36E26E3E-E6EE-48EA-B2D0-2806E87719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728" y="2009996"/>
            <a:ext cx="4596561" cy="309850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607DDC-F230-4240-8E03-CAC95FBA66BF}"/>
              </a:ext>
            </a:extLst>
          </p:cNvPr>
          <p:cNvSpPr txBox="1"/>
          <p:nvPr/>
        </p:nvSpPr>
        <p:spPr>
          <a:xfrm>
            <a:off x="9417854" y="2881254"/>
            <a:ext cx="24929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キーアイテム</a:t>
            </a:r>
            <a:endParaRPr kumimoji="1" lang="en-US" altLang="ja-JP"/>
          </a:p>
          <a:p>
            <a:r>
              <a:rPr kumimoji="1" lang="ja-JP" altLang="en-US"/>
              <a:t>最終ゴール時所持数で</a:t>
            </a:r>
            <a:endParaRPr kumimoji="1" lang="en-US" altLang="ja-JP"/>
          </a:p>
          <a:p>
            <a:r>
              <a:rPr kumimoji="1" lang="ja-JP" altLang="en-US"/>
              <a:t>エンディングが変化</a:t>
            </a:r>
            <a:endParaRPr kumimoji="1" lang="en-US" altLang="ja-JP"/>
          </a:p>
          <a:p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E75524EA-D0A6-42A7-8163-B47EE7F6A0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395" y="4848467"/>
            <a:ext cx="2098442" cy="1715248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2ACBA34-B269-430F-A7C5-3BD5CF456278}"/>
              </a:ext>
            </a:extLst>
          </p:cNvPr>
          <p:cNvSpPr txBox="1"/>
          <p:nvPr/>
        </p:nvSpPr>
        <p:spPr>
          <a:xfrm>
            <a:off x="9586224" y="5229054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最終ゴール</a:t>
            </a:r>
            <a:endParaRPr kumimoji="1" lang="en-US" altLang="ja-JP"/>
          </a:p>
          <a:p>
            <a:r>
              <a:rPr lang="ja-JP" altLang="en-US"/>
              <a:t>触れるとエンディング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209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2EA36DE-3A48-4EE5-9D75-B88C3415C813}"/>
              </a:ext>
            </a:extLst>
          </p:cNvPr>
          <p:cNvSpPr txBox="1"/>
          <p:nvPr/>
        </p:nvSpPr>
        <p:spPr>
          <a:xfrm>
            <a:off x="223520" y="1930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状態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2FC5FAC-2C79-4F6D-94C4-6A983A1C7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66" y="1324049"/>
            <a:ext cx="1038748" cy="165160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7B30DD5-4E21-423E-A619-BCEADA64E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0805" y="3693327"/>
            <a:ext cx="1833882" cy="130523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B33334-BFA5-4110-806C-8252F212E47A}"/>
              </a:ext>
            </a:extLst>
          </p:cNvPr>
          <p:cNvSpPr txBox="1"/>
          <p:nvPr/>
        </p:nvSpPr>
        <p:spPr>
          <a:xfrm>
            <a:off x="1649543" y="922534"/>
            <a:ext cx="69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炎上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44374C-4FEC-4C4F-A549-72B7A504120D}"/>
              </a:ext>
            </a:extLst>
          </p:cNvPr>
          <p:cNvSpPr txBox="1"/>
          <p:nvPr/>
        </p:nvSpPr>
        <p:spPr>
          <a:xfrm>
            <a:off x="1649543" y="3429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身軽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2B366A7-24E2-4C66-BFEA-334199A20C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248" y="1558855"/>
            <a:ext cx="261746" cy="29213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B68C51-B96C-4D93-95C6-C33B30898643}"/>
              </a:ext>
            </a:extLst>
          </p:cNvPr>
          <p:cNvSpPr txBox="1"/>
          <p:nvPr/>
        </p:nvSpPr>
        <p:spPr>
          <a:xfrm>
            <a:off x="1736248" y="1563376"/>
            <a:ext cx="309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（氷ブロック）に触れると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18FB8D9-1C0B-40F0-AB18-9F6A0FAF9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55" y="1955191"/>
            <a:ext cx="272828" cy="292138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22A7894-0F85-413B-91F6-2F5982B2E2BA}"/>
              </a:ext>
            </a:extLst>
          </p:cNvPr>
          <p:cNvSpPr txBox="1"/>
          <p:nvPr/>
        </p:nvSpPr>
        <p:spPr>
          <a:xfrm>
            <a:off x="1994982" y="1924491"/>
            <a:ext cx="277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壊れた状態になり</a:t>
            </a:r>
            <a:endParaRPr kumimoji="1" lang="en-US" altLang="ja-JP"/>
          </a:p>
          <a:p>
            <a:r>
              <a:rPr kumimoji="1" lang="ja-JP" altLang="en-US"/>
              <a:t>ふさがれていたところが</a:t>
            </a:r>
            <a:endParaRPr kumimoji="1" lang="en-US" altLang="ja-JP"/>
          </a:p>
          <a:p>
            <a:r>
              <a:rPr kumimoji="1" lang="ja-JP" altLang="en-US"/>
              <a:t>通れるようになる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1006ADC7-D1A2-4DED-9FD8-8FD60005DD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543" y="3962418"/>
            <a:ext cx="727208" cy="373369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5B64DAB-7D0D-48D8-91DF-52CE1FF55370}"/>
              </a:ext>
            </a:extLst>
          </p:cNvPr>
          <p:cNvSpPr txBox="1"/>
          <p:nvPr/>
        </p:nvSpPr>
        <p:spPr>
          <a:xfrm>
            <a:off x="2133600" y="3962418"/>
            <a:ext cx="36471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（ジャンプ台）の上に</a:t>
            </a:r>
            <a:endParaRPr kumimoji="1" lang="en-US" altLang="ja-JP"/>
          </a:p>
          <a:p>
            <a:r>
              <a:rPr kumimoji="1" lang="ja-JP" altLang="en-US"/>
              <a:t>乗っているときに身軽状態が付き</a:t>
            </a:r>
            <a:endParaRPr kumimoji="1" lang="en-US" altLang="ja-JP"/>
          </a:p>
          <a:p>
            <a:r>
              <a:rPr kumimoji="1" lang="ja-JP" altLang="en-US"/>
              <a:t>ジャンプ力が上がる</a:t>
            </a:r>
            <a:endParaRPr kumimoji="1" lang="en-US" altLang="ja-JP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813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AD297C3-15DF-4DAB-86A5-BC9DF95C6B4C}"/>
              </a:ext>
            </a:extLst>
          </p:cNvPr>
          <p:cNvSpPr txBox="1"/>
          <p:nvPr/>
        </p:nvSpPr>
        <p:spPr>
          <a:xfrm>
            <a:off x="314960" y="29464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最終ゴール時の分岐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592520-4869-40A5-8727-76DE605E38E0}"/>
              </a:ext>
            </a:extLst>
          </p:cNvPr>
          <p:cNvSpPr txBox="1"/>
          <p:nvPr/>
        </p:nvSpPr>
        <p:spPr>
          <a:xfrm>
            <a:off x="894080" y="1289427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キーアイテムの所持数０～２の場合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C194A2-8B49-4117-B9C5-78294DF42070}"/>
              </a:ext>
            </a:extLst>
          </p:cNvPr>
          <p:cNvSpPr txBox="1"/>
          <p:nvPr/>
        </p:nvSpPr>
        <p:spPr>
          <a:xfrm>
            <a:off x="6908800" y="1289427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キーアイテムの所持数３の場合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5F7CDF-8781-4A1F-AA16-2FCA44DA3896}"/>
              </a:ext>
            </a:extLst>
          </p:cNvPr>
          <p:cNvSpPr txBox="1"/>
          <p:nvPr/>
        </p:nvSpPr>
        <p:spPr>
          <a:xfrm>
            <a:off x="1011535" y="2284214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勇者は生き残るバットエンド</a:t>
            </a:r>
            <a:endParaRPr kumimoji="1" lang="en-US" altLang="ja-JP"/>
          </a:p>
          <a:p>
            <a:r>
              <a:rPr lang="ja-JP" altLang="en-US"/>
              <a:t>　　　　　　↓</a:t>
            </a:r>
            <a:endParaRPr kumimoji="1" lang="en-US" altLang="ja-JP"/>
          </a:p>
          <a:p>
            <a:r>
              <a:rPr lang="ja-JP" altLang="en-US"/>
              <a:t>　　　</a:t>
            </a:r>
            <a:r>
              <a:rPr kumimoji="1" lang="ja-JP" altLang="en-US"/>
              <a:t>エンドロール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CFA26B-0B56-48AA-BF49-F66E02C93E5E}"/>
              </a:ext>
            </a:extLst>
          </p:cNvPr>
          <p:cNvSpPr txBox="1"/>
          <p:nvPr/>
        </p:nvSpPr>
        <p:spPr>
          <a:xfrm>
            <a:off x="7601297" y="2284214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勇者が死ぬエンド</a:t>
            </a:r>
            <a:endParaRPr kumimoji="1" lang="en-US" altLang="ja-JP"/>
          </a:p>
          <a:p>
            <a:r>
              <a:rPr lang="ja-JP" altLang="en-US"/>
              <a:t>　　　　↓</a:t>
            </a:r>
            <a:endParaRPr lang="en-US" altLang="ja-JP"/>
          </a:p>
          <a:p>
            <a:r>
              <a:rPr kumimoji="1" lang="ja-JP" altLang="en-US"/>
              <a:t>　エンドロール</a:t>
            </a:r>
          </a:p>
        </p:txBody>
      </p:sp>
    </p:spTree>
    <p:extLst>
      <p:ext uri="{BB962C8B-B14F-4D97-AF65-F5344CB8AC3E}">
        <p14:creationId xmlns:p14="http://schemas.microsoft.com/office/powerpoint/2010/main" val="2338238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3263BB-4A44-48EA-86BE-A9AFDA503461}"/>
              </a:ext>
            </a:extLst>
          </p:cNvPr>
          <p:cNvSpPr/>
          <p:nvPr/>
        </p:nvSpPr>
        <p:spPr>
          <a:xfrm>
            <a:off x="294640" y="5760720"/>
            <a:ext cx="11573133" cy="711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9586110-1F7E-4AB6-B869-FBFA248DB34B}"/>
              </a:ext>
            </a:extLst>
          </p:cNvPr>
          <p:cNvSpPr/>
          <p:nvPr/>
        </p:nvSpPr>
        <p:spPr>
          <a:xfrm>
            <a:off x="386080" y="1008102"/>
            <a:ext cx="32512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04BE430-E484-4C8A-AF23-BC5695A7BEF9}"/>
              </a:ext>
            </a:extLst>
          </p:cNvPr>
          <p:cNvSpPr/>
          <p:nvPr/>
        </p:nvSpPr>
        <p:spPr>
          <a:xfrm>
            <a:off x="386080" y="1596628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BE84E91-F742-437E-A9A1-44A007D5E5E6}"/>
              </a:ext>
            </a:extLst>
          </p:cNvPr>
          <p:cNvSpPr/>
          <p:nvPr/>
        </p:nvSpPr>
        <p:spPr>
          <a:xfrm>
            <a:off x="386080" y="2211308"/>
            <a:ext cx="325120" cy="335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6361B1B-DAB3-43F5-8BD7-91EDC624C6B5}"/>
              </a:ext>
            </a:extLst>
          </p:cNvPr>
          <p:cNvSpPr/>
          <p:nvPr/>
        </p:nvSpPr>
        <p:spPr>
          <a:xfrm>
            <a:off x="4526086" y="298033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FF0B590-5405-4459-BB6C-1992244F9C34}"/>
              </a:ext>
            </a:extLst>
          </p:cNvPr>
          <p:cNvSpPr txBox="1"/>
          <p:nvPr/>
        </p:nvSpPr>
        <p:spPr>
          <a:xfrm>
            <a:off x="1099790" y="10081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地面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68785AA-CCAE-4FEA-9CF8-D2F680F3089C}"/>
              </a:ext>
            </a:extLst>
          </p:cNvPr>
          <p:cNvSpPr txBox="1"/>
          <p:nvPr/>
        </p:nvSpPr>
        <p:spPr>
          <a:xfrm>
            <a:off x="1094770" y="15966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キーアイテム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65D42DC-5499-4923-9D81-E6725F1C3BA7}"/>
              </a:ext>
            </a:extLst>
          </p:cNvPr>
          <p:cNvSpPr txBox="1"/>
          <p:nvPr/>
        </p:nvSpPr>
        <p:spPr>
          <a:xfrm>
            <a:off x="1094770" y="221130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上からはあたり判定のある地面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CE9A09C-5A18-4790-8443-CC1E285E7F86}"/>
              </a:ext>
            </a:extLst>
          </p:cNvPr>
          <p:cNvSpPr txBox="1"/>
          <p:nvPr/>
        </p:nvSpPr>
        <p:spPr>
          <a:xfrm>
            <a:off x="5234776" y="298033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オブジェクトを設置できる位置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727464C-92F1-4390-B074-6B2BB2837894}"/>
              </a:ext>
            </a:extLst>
          </p:cNvPr>
          <p:cNvSpPr/>
          <p:nvPr/>
        </p:nvSpPr>
        <p:spPr>
          <a:xfrm>
            <a:off x="10279410" y="264160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E433451-E981-4301-B152-B09240249F51}"/>
              </a:ext>
            </a:extLst>
          </p:cNvPr>
          <p:cNvSpPr txBox="1"/>
          <p:nvPr/>
        </p:nvSpPr>
        <p:spPr>
          <a:xfrm>
            <a:off x="10990610" y="2641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ゴール</a:t>
            </a:r>
            <a:endParaRPr kumimoji="1" lang="en-US" altLang="ja-JP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777A4D0-79FD-4621-BBA4-F440B7B5353F}"/>
              </a:ext>
            </a:extLst>
          </p:cNvPr>
          <p:cNvSpPr/>
          <p:nvPr/>
        </p:nvSpPr>
        <p:spPr>
          <a:xfrm>
            <a:off x="10912733" y="5430520"/>
            <a:ext cx="325120" cy="330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F7610E1-9FCB-44D9-9EE6-85D5FA84A684}"/>
              </a:ext>
            </a:extLst>
          </p:cNvPr>
          <p:cNvSpPr/>
          <p:nvPr/>
        </p:nvSpPr>
        <p:spPr>
          <a:xfrm>
            <a:off x="2788583" y="5222617"/>
            <a:ext cx="396240" cy="528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DE99E85-591A-4249-93ED-FE057F07142B}"/>
              </a:ext>
            </a:extLst>
          </p:cNvPr>
          <p:cNvSpPr/>
          <p:nvPr/>
        </p:nvSpPr>
        <p:spPr>
          <a:xfrm>
            <a:off x="3108068" y="3382486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B0C00C2-8727-4761-9BD7-9C5B54780783}"/>
              </a:ext>
            </a:extLst>
          </p:cNvPr>
          <p:cNvSpPr txBox="1"/>
          <p:nvPr/>
        </p:nvSpPr>
        <p:spPr>
          <a:xfrm>
            <a:off x="386080" y="2445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テストステージ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4AC4190-3AC9-43ED-B3F5-D1A34F5E69AE}"/>
              </a:ext>
            </a:extLst>
          </p:cNvPr>
          <p:cNvSpPr/>
          <p:nvPr/>
        </p:nvSpPr>
        <p:spPr>
          <a:xfrm>
            <a:off x="1286326" y="5365234"/>
            <a:ext cx="403840" cy="39548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FCD9114-DD5C-4CAF-9732-6B499A92DF4C}"/>
              </a:ext>
            </a:extLst>
          </p:cNvPr>
          <p:cNvSpPr/>
          <p:nvPr/>
        </p:nvSpPr>
        <p:spPr>
          <a:xfrm>
            <a:off x="2788583" y="4000084"/>
            <a:ext cx="325120" cy="12225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470C7D4-7C89-4016-B8A9-049331F9B785}"/>
              </a:ext>
            </a:extLst>
          </p:cNvPr>
          <p:cNvSpPr/>
          <p:nvPr/>
        </p:nvSpPr>
        <p:spPr>
          <a:xfrm>
            <a:off x="3108068" y="4000083"/>
            <a:ext cx="1057532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509F50D-5E11-4E3D-A186-DDC75211EB44}"/>
              </a:ext>
            </a:extLst>
          </p:cNvPr>
          <p:cNvSpPr/>
          <p:nvPr/>
        </p:nvSpPr>
        <p:spPr>
          <a:xfrm>
            <a:off x="4165600" y="4000083"/>
            <a:ext cx="975360" cy="335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0640AAA-071B-4E3A-A67B-A78777C9B9E3}"/>
              </a:ext>
            </a:extLst>
          </p:cNvPr>
          <p:cNvSpPr/>
          <p:nvPr/>
        </p:nvSpPr>
        <p:spPr>
          <a:xfrm>
            <a:off x="5140960" y="4000083"/>
            <a:ext cx="325120" cy="176063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E84E60E-C493-4641-969B-B3CD39BA7D59}"/>
              </a:ext>
            </a:extLst>
          </p:cNvPr>
          <p:cNvSpPr/>
          <p:nvPr/>
        </p:nvSpPr>
        <p:spPr>
          <a:xfrm>
            <a:off x="4511090" y="1019393"/>
            <a:ext cx="340116" cy="335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76FCD91-0521-49C9-8288-EA35EAFC6B89}"/>
              </a:ext>
            </a:extLst>
          </p:cNvPr>
          <p:cNvSpPr txBox="1"/>
          <p:nvPr/>
        </p:nvSpPr>
        <p:spPr>
          <a:xfrm>
            <a:off x="5313680" y="101939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炎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1E47889-82C0-46E2-8E23-886E9DA720DE}"/>
              </a:ext>
            </a:extLst>
          </p:cNvPr>
          <p:cNvSpPr/>
          <p:nvPr/>
        </p:nvSpPr>
        <p:spPr>
          <a:xfrm>
            <a:off x="4511090" y="1745833"/>
            <a:ext cx="3401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F8A8B9A-91D4-4DFB-95B7-FEF0779DF972}"/>
              </a:ext>
            </a:extLst>
          </p:cNvPr>
          <p:cNvSpPr txBox="1"/>
          <p:nvPr/>
        </p:nvSpPr>
        <p:spPr>
          <a:xfrm>
            <a:off x="5313680" y="177988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氷ブロック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36C4353-72F1-4DA4-BE9A-A0A44A525F59}"/>
              </a:ext>
            </a:extLst>
          </p:cNvPr>
          <p:cNvSpPr txBox="1"/>
          <p:nvPr/>
        </p:nvSpPr>
        <p:spPr>
          <a:xfrm>
            <a:off x="7980183" y="9702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ロープ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BA92C5F-7B70-40A7-AF45-49EA4170EA0B}"/>
              </a:ext>
            </a:extLst>
          </p:cNvPr>
          <p:cNvSpPr/>
          <p:nvPr/>
        </p:nvSpPr>
        <p:spPr>
          <a:xfrm>
            <a:off x="7152640" y="997565"/>
            <a:ext cx="325120" cy="39116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41F20ABE-64F9-4B20-A45C-E791968E7A1E}"/>
              </a:ext>
            </a:extLst>
          </p:cNvPr>
          <p:cNvSpPr/>
          <p:nvPr/>
        </p:nvSpPr>
        <p:spPr>
          <a:xfrm>
            <a:off x="4490720" y="4665563"/>
            <a:ext cx="325120" cy="109026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1E86E8F-CFB1-471F-9A88-60041C4C28DC}"/>
              </a:ext>
            </a:extLst>
          </p:cNvPr>
          <p:cNvSpPr/>
          <p:nvPr/>
        </p:nvSpPr>
        <p:spPr>
          <a:xfrm>
            <a:off x="4815840" y="4658180"/>
            <a:ext cx="325120" cy="110253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CD2D1D5-016D-44CF-948C-48313C2AA6F8}"/>
              </a:ext>
            </a:extLst>
          </p:cNvPr>
          <p:cNvSpPr/>
          <p:nvPr/>
        </p:nvSpPr>
        <p:spPr>
          <a:xfrm>
            <a:off x="7477760" y="4314289"/>
            <a:ext cx="1925657" cy="14366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81B6D94-9409-4559-B62C-C964576AF221}"/>
              </a:ext>
            </a:extLst>
          </p:cNvPr>
          <p:cNvSpPr/>
          <p:nvPr/>
        </p:nvSpPr>
        <p:spPr>
          <a:xfrm>
            <a:off x="7136819" y="1779885"/>
            <a:ext cx="340941" cy="3352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528D1D2-7FBF-4B13-A4BE-7657CEEE2DB9}"/>
              </a:ext>
            </a:extLst>
          </p:cNvPr>
          <p:cNvSpPr txBox="1"/>
          <p:nvPr/>
        </p:nvSpPr>
        <p:spPr>
          <a:xfrm>
            <a:off x="7888743" y="178647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ジャンプ台</a:t>
            </a:r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05924BE-00E4-4204-AE8C-D658D7691331}"/>
              </a:ext>
            </a:extLst>
          </p:cNvPr>
          <p:cNvSpPr/>
          <p:nvPr/>
        </p:nvSpPr>
        <p:spPr>
          <a:xfrm>
            <a:off x="7126658" y="5427702"/>
            <a:ext cx="340941" cy="33528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FF28AE2-B38D-492D-9688-1B07A9DFA396}"/>
              </a:ext>
            </a:extLst>
          </p:cNvPr>
          <p:cNvSpPr/>
          <p:nvPr/>
        </p:nvSpPr>
        <p:spPr>
          <a:xfrm>
            <a:off x="8175536" y="3452049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1128D9B6-EBF6-4AAA-AA48-49A2424B30D3}"/>
              </a:ext>
            </a:extLst>
          </p:cNvPr>
          <p:cNvSpPr/>
          <p:nvPr/>
        </p:nvSpPr>
        <p:spPr>
          <a:xfrm>
            <a:off x="5646129" y="5253950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396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E53D1AE-AFC3-436B-846C-235D4E1D906B}"/>
              </a:ext>
            </a:extLst>
          </p:cNvPr>
          <p:cNvSpPr/>
          <p:nvPr/>
        </p:nvSpPr>
        <p:spPr>
          <a:xfrm>
            <a:off x="4752420" y="2975372"/>
            <a:ext cx="5638800" cy="711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FD7D7A8-22E1-481E-B32A-531B23F286A4}"/>
              </a:ext>
            </a:extLst>
          </p:cNvPr>
          <p:cNvSpPr/>
          <p:nvPr/>
        </p:nvSpPr>
        <p:spPr>
          <a:xfrm>
            <a:off x="5473780" y="2172732"/>
            <a:ext cx="711200" cy="8026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DDEF533-A7AD-4F6B-97FE-B3A7E1D44821}"/>
              </a:ext>
            </a:extLst>
          </p:cNvPr>
          <p:cNvSpPr/>
          <p:nvPr/>
        </p:nvSpPr>
        <p:spPr>
          <a:xfrm>
            <a:off x="7109540" y="2640092"/>
            <a:ext cx="94488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4167C5F-1BF1-4D7C-A848-B2AE600E3BAD}"/>
              </a:ext>
            </a:extLst>
          </p:cNvPr>
          <p:cNvSpPr/>
          <p:nvPr/>
        </p:nvSpPr>
        <p:spPr>
          <a:xfrm>
            <a:off x="6733620" y="2822972"/>
            <a:ext cx="37592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950084C-908A-476D-8CC3-366A5EB980F1}"/>
              </a:ext>
            </a:extLst>
          </p:cNvPr>
          <p:cNvSpPr/>
          <p:nvPr/>
        </p:nvSpPr>
        <p:spPr>
          <a:xfrm>
            <a:off x="9222820" y="2426732"/>
            <a:ext cx="1168400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13D4FD0-2F1B-48BE-94D9-C567713FB410}"/>
              </a:ext>
            </a:extLst>
          </p:cNvPr>
          <p:cNvSpPr/>
          <p:nvPr/>
        </p:nvSpPr>
        <p:spPr>
          <a:xfrm>
            <a:off x="5301060" y="1258332"/>
            <a:ext cx="254000" cy="203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4BC2837-AB71-457D-8EF6-27C8D2F872B5}"/>
              </a:ext>
            </a:extLst>
          </p:cNvPr>
          <p:cNvSpPr/>
          <p:nvPr/>
        </p:nvSpPr>
        <p:spPr>
          <a:xfrm>
            <a:off x="8978980" y="2822972"/>
            <a:ext cx="24384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87FC977-FD13-4E6B-A794-5668141547A9}"/>
              </a:ext>
            </a:extLst>
          </p:cNvPr>
          <p:cNvSpPr/>
          <p:nvPr/>
        </p:nvSpPr>
        <p:spPr>
          <a:xfrm>
            <a:off x="8064580" y="2822972"/>
            <a:ext cx="24384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A324D04-7703-47D7-A7B6-564DA0E307B4}"/>
              </a:ext>
            </a:extLst>
          </p:cNvPr>
          <p:cNvSpPr/>
          <p:nvPr/>
        </p:nvSpPr>
        <p:spPr>
          <a:xfrm>
            <a:off x="5473780" y="2020332"/>
            <a:ext cx="24384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5301CA9-2D86-4E37-AB1C-37E663E5B529}"/>
              </a:ext>
            </a:extLst>
          </p:cNvPr>
          <p:cNvSpPr/>
          <p:nvPr/>
        </p:nvSpPr>
        <p:spPr>
          <a:xfrm>
            <a:off x="6184980" y="2172732"/>
            <a:ext cx="24384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662882D-057B-429B-A4A0-C32B9F8B2D71}"/>
              </a:ext>
            </a:extLst>
          </p:cNvPr>
          <p:cNvSpPr/>
          <p:nvPr/>
        </p:nvSpPr>
        <p:spPr>
          <a:xfrm>
            <a:off x="9685100" y="2172732"/>
            <a:ext cx="243840" cy="25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6882E0E-08AF-44AF-ACC2-BD0CEDD0CE8B}"/>
              </a:ext>
            </a:extLst>
          </p:cNvPr>
          <p:cNvSpPr txBox="1"/>
          <p:nvPr/>
        </p:nvSpPr>
        <p:spPr>
          <a:xfrm>
            <a:off x="172720" y="1691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ステージ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42BB843-484F-41F7-AE33-0F1AEDDDE7A9}"/>
              </a:ext>
            </a:extLst>
          </p:cNvPr>
          <p:cNvSpPr/>
          <p:nvPr/>
        </p:nvSpPr>
        <p:spPr>
          <a:xfrm>
            <a:off x="243840" y="701040"/>
            <a:ext cx="325120" cy="335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8D91817-CFAC-4F3B-AD01-629D67389CD2}"/>
              </a:ext>
            </a:extLst>
          </p:cNvPr>
          <p:cNvSpPr/>
          <p:nvPr/>
        </p:nvSpPr>
        <p:spPr>
          <a:xfrm>
            <a:off x="243840" y="1315720"/>
            <a:ext cx="325120" cy="3352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BDD6DDC-3C99-42A0-918E-51B537328D23}"/>
              </a:ext>
            </a:extLst>
          </p:cNvPr>
          <p:cNvSpPr/>
          <p:nvPr/>
        </p:nvSpPr>
        <p:spPr>
          <a:xfrm>
            <a:off x="243840" y="1930400"/>
            <a:ext cx="325120" cy="3352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DECED1B-9600-4FF7-AD1A-AE28F39654E6}"/>
              </a:ext>
            </a:extLst>
          </p:cNvPr>
          <p:cNvSpPr/>
          <p:nvPr/>
        </p:nvSpPr>
        <p:spPr>
          <a:xfrm>
            <a:off x="243840" y="2545080"/>
            <a:ext cx="325120" cy="330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A2B175D-A022-40DF-B5E4-7EE3976DEAB4}"/>
              </a:ext>
            </a:extLst>
          </p:cNvPr>
          <p:cNvSpPr txBox="1"/>
          <p:nvPr/>
        </p:nvSpPr>
        <p:spPr>
          <a:xfrm>
            <a:off x="957550" y="7271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地面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F68D947-64D6-44A0-80FA-B2339DC74B7F}"/>
              </a:ext>
            </a:extLst>
          </p:cNvPr>
          <p:cNvSpPr txBox="1"/>
          <p:nvPr/>
        </p:nvSpPr>
        <p:spPr>
          <a:xfrm>
            <a:off x="952530" y="13157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キーアイテム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1DEC11C-8B3B-4F7D-A72B-EF6090BDFCCE}"/>
              </a:ext>
            </a:extLst>
          </p:cNvPr>
          <p:cNvSpPr txBox="1"/>
          <p:nvPr/>
        </p:nvSpPr>
        <p:spPr>
          <a:xfrm>
            <a:off x="952530" y="193040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上からはあたり判定のある地面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A6D1A5D-0875-4D95-831C-3D752B4A98D6}"/>
              </a:ext>
            </a:extLst>
          </p:cNvPr>
          <p:cNvSpPr txBox="1"/>
          <p:nvPr/>
        </p:nvSpPr>
        <p:spPr>
          <a:xfrm>
            <a:off x="952530" y="254508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オブジェクトを設置できる位置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C22F9C3-A798-4973-854C-0A2EEC703D8C}"/>
              </a:ext>
            </a:extLst>
          </p:cNvPr>
          <p:cNvSpPr/>
          <p:nvPr/>
        </p:nvSpPr>
        <p:spPr>
          <a:xfrm>
            <a:off x="241330" y="3154680"/>
            <a:ext cx="325120" cy="330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8CD070A-66DD-4232-92D1-6F90CA3A9AD5}"/>
              </a:ext>
            </a:extLst>
          </p:cNvPr>
          <p:cNvSpPr txBox="1"/>
          <p:nvPr/>
        </p:nvSpPr>
        <p:spPr>
          <a:xfrm>
            <a:off x="952530" y="31546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ゴール</a:t>
            </a:r>
            <a:endParaRPr kumimoji="1" lang="en-US" altLang="ja-JP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3EF64DC-0476-417F-A926-2BF22324D6F1}"/>
              </a:ext>
            </a:extLst>
          </p:cNvPr>
          <p:cNvSpPr txBox="1"/>
          <p:nvPr/>
        </p:nvSpPr>
        <p:spPr>
          <a:xfrm>
            <a:off x="4089232" y="26896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ステージ１</a:t>
            </a:r>
          </a:p>
        </p:txBody>
      </p:sp>
    </p:spTree>
    <p:extLst>
      <p:ext uri="{BB962C8B-B14F-4D97-AF65-F5344CB8AC3E}">
        <p14:creationId xmlns:p14="http://schemas.microsoft.com/office/powerpoint/2010/main" val="4023789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8B7DCB4-2A6B-48A1-A7FE-5CD67765E3B6}"/>
              </a:ext>
            </a:extLst>
          </p:cNvPr>
          <p:cNvSpPr txBox="1"/>
          <p:nvPr/>
        </p:nvSpPr>
        <p:spPr>
          <a:xfrm>
            <a:off x="285750" y="19594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スタッフロール順番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059505-0F62-4FDD-AC1E-00D2A336C2A9}"/>
              </a:ext>
            </a:extLst>
          </p:cNvPr>
          <p:cNvSpPr txBox="1"/>
          <p:nvPr/>
        </p:nvSpPr>
        <p:spPr>
          <a:xfrm>
            <a:off x="308833" y="685801"/>
            <a:ext cx="350929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/>
              <a:t>１企画</a:t>
            </a:r>
            <a:r>
              <a:rPr lang="en-US" altLang="ja-JP" sz="1100"/>
              <a:t>		</a:t>
            </a:r>
            <a:r>
              <a:rPr lang="ja-JP" altLang="en-US" sz="1100"/>
              <a:t>：石坂隼翔</a:t>
            </a:r>
            <a:endParaRPr lang="en-US" altLang="ja-JP" sz="1100"/>
          </a:p>
          <a:p>
            <a:r>
              <a:rPr kumimoji="1" lang="ja-JP" altLang="en-US" sz="1100"/>
              <a:t>２テキスト</a:t>
            </a:r>
            <a:r>
              <a:rPr kumimoji="1" lang="en-US" altLang="ja-JP" sz="1100"/>
              <a:t>		</a:t>
            </a:r>
            <a:r>
              <a:rPr kumimoji="1" lang="ja-JP" altLang="en-US" sz="1100"/>
              <a:t>：＊＊＊</a:t>
            </a:r>
            <a:endParaRPr kumimoji="1" lang="en-US" altLang="ja-JP" sz="1100"/>
          </a:p>
          <a:p>
            <a:r>
              <a:rPr lang="ja-JP" altLang="en-US" sz="1100"/>
              <a:t>３プログラム</a:t>
            </a:r>
            <a:r>
              <a:rPr lang="en-US" altLang="ja-JP" sz="1100"/>
              <a:t>		</a:t>
            </a:r>
            <a:r>
              <a:rPr lang="ja-JP" altLang="en-US" sz="1100"/>
              <a:t>：＊＊＊</a:t>
            </a:r>
            <a:endParaRPr lang="en-US" altLang="ja-JP" sz="1100"/>
          </a:p>
          <a:p>
            <a:r>
              <a:rPr kumimoji="1" lang="ja-JP" altLang="en-US" sz="1100"/>
              <a:t>４グラフィック</a:t>
            </a:r>
            <a:r>
              <a:rPr kumimoji="1" lang="en-US" altLang="ja-JP" sz="1100"/>
              <a:t>	</a:t>
            </a:r>
            <a:r>
              <a:rPr kumimoji="1" lang="ja-JP" altLang="en-US" sz="1100"/>
              <a:t>：使用Ａｉ（</a:t>
            </a:r>
            <a:r>
              <a:rPr kumimoji="1" lang="en-US" altLang="ja-JP" sz="1100" err="1"/>
              <a:t>chatgpt</a:t>
            </a:r>
            <a:r>
              <a:rPr kumimoji="1" lang="ja-JP" altLang="en-US" sz="1100"/>
              <a:t>）</a:t>
            </a:r>
            <a:endParaRPr kumimoji="1" lang="en-US" altLang="ja-JP" sz="1100"/>
          </a:p>
          <a:p>
            <a:r>
              <a:rPr lang="ja-JP" altLang="en-US" sz="1100"/>
              <a:t>５</a:t>
            </a:r>
            <a:r>
              <a:rPr lang="en-US" altLang="ja-JP" sz="1100"/>
              <a:t>BGM</a:t>
            </a:r>
            <a:r>
              <a:rPr lang="ja-JP" altLang="en-US" sz="1100"/>
              <a:t>・</a:t>
            </a:r>
            <a:r>
              <a:rPr lang="en-US" altLang="ja-JP" sz="1100"/>
              <a:t>SE		</a:t>
            </a:r>
            <a:r>
              <a:rPr lang="ja-JP" altLang="en-US" sz="1100"/>
              <a:t>：＊＊＊</a:t>
            </a:r>
            <a:endParaRPr lang="en-US" altLang="ja-JP" sz="1100"/>
          </a:p>
          <a:p>
            <a:r>
              <a:rPr kumimoji="1" lang="ja-JP" altLang="en-US" sz="1100"/>
              <a:t>６調整</a:t>
            </a:r>
            <a:r>
              <a:rPr kumimoji="1" lang="en-US" altLang="ja-JP" sz="1100"/>
              <a:t>		</a:t>
            </a:r>
            <a:r>
              <a:rPr kumimoji="1" lang="ja-JP" altLang="en-US" sz="1100"/>
              <a:t>：＊＊＊</a:t>
            </a:r>
            <a:endParaRPr kumimoji="1" lang="en-US" altLang="ja-JP" sz="1100"/>
          </a:p>
          <a:p>
            <a:r>
              <a:rPr lang="ja-JP" altLang="en-US" sz="1100"/>
              <a:t>７デバック</a:t>
            </a:r>
            <a:r>
              <a:rPr lang="en-US" altLang="ja-JP" sz="1100"/>
              <a:t>		</a:t>
            </a:r>
            <a:r>
              <a:rPr lang="ja-JP" altLang="en-US" sz="1100"/>
              <a:t>：＊＊＊</a:t>
            </a:r>
            <a:endParaRPr lang="en-US" altLang="ja-JP" sz="1100"/>
          </a:p>
          <a:p>
            <a:endParaRPr kumimoji="1" lang="en-US" altLang="ja-JP" sz="11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1EE29F6-3D60-4E48-8AF9-1101DE9249FF}"/>
              </a:ext>
            </a:extLst>
          </p:cNvPr>
          <p:cNvSpPr txBox="1"/>
          <p:nvPr/>
        </p:nvSpPr>
        <p:spPr>
          <a:xfrm>
            <a:off x="385011" y="2907422"/>
            <a:ext cx="235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好きなこと書いて</a:t>
            </a:r>
            <a:r>
              <a:rPr kumimoji="1" lang="en-US" altLang="ja-JP"/>
              <a:t>OK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5261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457019-CD4F-4910-B18C-272D6953E1AC}"/>
              </a:ext>
            </a:extLst>
          </p:cNvPr>
          <p:cNvSpPr txBox="1"/>
          <p:nvPr/>
        </p:nvSpPr>
        <p:spPr>
          <a:xfrm>
            <a:off x="376454" y="1010652"/>
            <a:ext cx="59683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ステージ素材任意、変更可</a:t>
            </a:r>
            <a:endParaRPr lang="en-US" altLang="ja-JP"/>
          </a:p>
          <a:p>
            <a:r>
              <a:rPr kumimoji="1" lang="ja-JP" altLang="en-US"/>
              <a:t>ステージは一旦仮のため１ステのみ</a:t>
            </a:r>
            <a:endParaRPr kumimoji="1" lang="en-US" altLang="ja-JP"/>
          </a:p>
          <a:p>
            <a:r>
              <a:rPr lang="ja-JP" altLang="en-US"/>
              <a:t>難易度調整によってはステージの形が変わる可能性あり</a:t>
            </a:r>
            <a:endParaRPr lang="en-US" altLang="ja-JP"/>
          </a:p>
          <a:p>
            <a:r>
              <a:rPr kumimoji="1" lang="ja-JP" altLang="en-US"/>
              <a:t>ギミック・オブジェクトの効果は変えるつもりなし</a:t>
            </a:r>
            <a:endParaRPr kumimoji="1" lang="en-US" altLang="ja-JP"/>
          </a:p>
          <a:p>
            <a:r>
              <a:rPr lang="ja-JP" altLang="en-US" sz="1800" b="0" i="0" u="none" strike="noStrike">
                <a:solidFill>
                  <a:srgbClr val="000000"/>
                </a:solidFill>
                <a:effectLst/>
                <a:ea typeface="游ゴシック" panose="020B0400000000000000" pitchFamily="50" charset="-128"/>
              </a:rPr>
              <a:t>推奨素材と演出仕様は後日配布の可能性あり</a:t>
            </a:r>
            <a:endParaRPr lang="en-US" altLang="ja-JP" sz="1800" b="0" i="0" u="none" strike="noStrike">
              <a:solidFill>
                <a:srgbClr val="000000"/>
              </a:solidFill>
              <a:effectLst/>
              <a:ea typeface="游ゴシック" panose="020B0400000000000000" pitchFamily="50" charset="-128"/>
            </a:endParaRPr>
          </a:p>
          <a:p>
            <a:r>
              <a:rPr lang="ja-JP" altLang="en-US">
                <a:solidFill>
                  <a:srgbClr val="000000"/>
                </a:solidFill>
                <a:ea typeface="游ゴシック" panose="020B0400000000000000" pitchFamily="50" charset="-128"/>
              </a:rPr>
              <a:t>演出、エフェクト、</a:t>
            </a:r>
            <a:r>
              <a:rPr lang="en-US" altLang="ja-JP">
                <a:solidFill>
                  <a:srgbClr val="000000"/>
                </a:solidFill>
                <a:ea typeface="游ゴシック" panose="020B0400000000000000" pitchFamily="50" charset="-128"/>
              </a:rPr>
              <a:t>BGM/SE</a:t>
            </a:r>
            <a:r>
              <a:rPr lang="ja-JP" altLang="en-US">
                <a:solidFill>
                  <a:srgbClr val="000000"/>
                </a:solidFill>
                <a:ea typeface="游ゴシック" panose="020B0400000000000000" pitchFamily="50" charset="-128"/>
              </a:rPr>
              <a:t>に関しては、ある程度任意</a:t>
            </a:r>
            <a:endParaRPr lang="en-US" altLang="ja-JP" sz="1800" b="0" i="0" u="none" strike="noStrike">
              <a:solidFill>
                <a:srgbClr val="000000"/>
              </a:solidFill>
              <a:effectLst/>
              <a:ea typeface="游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1A7546-26D4-4C13-B666-5318ABDD2F01}"/>
              </a:ext>
            </a:extLst>
          </p:cNvPr>
          <p:cNvSpPr txBox="1"/>
          <p:nvPr/>
        </p:nvSpPr>
        <p:spPr>
          <a:xfrm>
            <a:off x="376454" y="2242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その他</a:t>
            </a:r>
          </a:p>
        </p:txBody>
      </p:sp>
    </p:spTree>
    <p:extLst>
      <p:ext uri="{BB962C8B-B14F-4D97-AF65-F5344CB8AC3E}">
        <p14:creationId xmlns:p14="http://schemas.microsoft.com/office/powerpoint/2010/main" val="3706710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9827be-c99b-4bb1-959b-a4b46aebce25">
      <Terms xmlns="http://schemas.microsoft.com/office/infopath/2007/PartnerControls"/>
    </lcf76f155ced4ddcb4097134ff3c332f>
    <TaxCatchAll xmlns="e92ada25-2dd7-48fc-9c24-e8f006fde88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B2F124F2BF53C4FBAE98893AAB88401" ma:contentTypeVersion="12" ma:contentTypeDescription="新しいドキュメントを作成します。" ma:contentTypeScope="" ma:versionID="a37ea6e29fcce194e09686b3dc47e6ab">
  <xsd:schema xmlns:xsd="http://www.w3.org/2001/XMLSchema" xmlns:xs="http://www.w3.org/2001/XMLSchema" xmlns:p="http://schemas.microsoft.com/office/2006/metadata/properties" xmlns:ns2="d39827be-c99b-4bb1-959b-a4b46aebce25" xmlns:ns3="e92ada25-2dd7-48fc-9c24-e8f006fde88d" targetNamespace="http://schemas.microsoft.com/office/2006/metadata/properties" ma:root="true" ma:fieldsID="897c7b5d75468042cb6afc098f39298b" ns2:_="" ns3:_="">
    <xsd:import namespace="d39827be-c99b-4bb1-959b-a4b46aebce25"/>
    <xsd:import namespace="e92ada25-2dd7-48fc-9c24-e8f006fde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9827be-c99b-4bb1-959b-a4b46aebce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ada25-2dd7-48fc-9c24-e8f006fde88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84e696b-dc80-428b-acce-24b043f138af}" ma:internalName="TaxCatchAll" ma:showField="CatchAllData" ma:web="e92ada25-2dd7-48fc-9c24-e8f006fde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0026E8-3085-4A33-AF13-56EEF77113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8BD555-69D7-460D-9D62-A9A3BFFB9B9B}">
  <ds:schemaRefs>
    <ds:schemaRef ds:uri="d39827be-c99b-4bb1-959b-a4b46aebce25"/>
    <ds:schemaRef ds:uri="e92ada25-2dd7-48fc-9c24-e8f006fde88d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8935903-3350-4816-BE5F-2F9D35EA9B21}">
  <ds:schemaRefs>
    <ds:schemaRef ds:uri="d39827be-c99b-4bb1-959b-a4b46aebce25"/>
    <ds:schemaRef ds:uri="e92ada25-2dd7-48fc-9c24-e8f006fde8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無敵の勇者を自殺させるゲーム</dc:title>
  <dc:creator>石坂　隼翔</dc:creator>
  <cp:revision>1</cp:revision>
  <dcterms:created xsi:type="dcterms:W3CDTF">2026-06-30T01:05:55Z</dcterms:created>
  <dcterms:modified xsi:type="dcterms:W3CDTF">2026-09-10T00:51:55Z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0x0101007B2F124F2BF53C4FBAE98893AAB88401</vt:lpwstr>
  </property>
  <property fmtid="{D5CDD505-2E9C-101B-9397-08002B2CF9AE}" pid="3" name="MediaServiceImageTags">
    <vt:lpwstr/>
  </property>
</Properties>
</file>