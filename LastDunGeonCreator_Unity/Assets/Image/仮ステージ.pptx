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1" r:id="rId8"/>
    <p:sldId id="260" r:id="rId9"/>
    <p:sldId id="259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3A0022-5E66-4457-C1BF-9212000543F2}" v="46" dt="2026-09-11T03:05:54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石坂　隼翔" userId="S::tdn2532056@stu.o-hara.ac.jp::9d23e5a3-ba41-4296-9c9f-59c0047cb235" providerId="AD" clId="Web-{C43A0022-5E66-4457-C1BF-9212000543F2}"/>
    <pc:docChg chg="addSld modSld sldOrd">
      <pc:chgData name="石坂　隼翔" userId="S::tdn2532056@stu.o-hara.ac.jp::9d23e5a3-ba41-4296-9c9f-59c0047cb235" providerId="AD" clId="Web-{C43A0022-5E66-4457-C1BF-9212000543F2}" dt="2026-09-11T03:05:54.652" v="44"/>
      <pc:docMkLst>
        <pc:docMk/>
      </pc:docMkLst>
      <pc:sldChg chg="addSp delSp modSp new ord">
        <pc:chgData name="石坂　隼翔" userId="S::tdn2532056@stu.o-hara.ac.jp::9d23e5a3-ba41-4296-9c9f-59c0047cb235" providerId="AD" clId="Web-{C43A0022-5E66-4457-C1BF-9212000543F2}" dt="2026-09-11T03:05:54.652" v="44"/>
        <pc:sldMkLst>
          <pc:docMk/>
          <pc:sldMk cId="3435243395" sldId="261"/>
        </pc:sldMkLst>
        <pc:spChg chg="del">
          <ac:chgData name="石坂　隼翔" userId="S::tdn2532056@stu.o-hara.ac.jp::9d23e5a3-ba41-4296-9c9f-59c0047cb235" providerId="AD" clId="Web-{C43A0022-5E66-4457-C1BF-9212000543F2}" dt="2026-09-11T03:03:39.872" v="3"/>
          <ac:spMkLst>
            <pc:docMk/>
            <pc:sldMk cId="3435243395" sldId="261"/>
            <ac:spMk id="2" creationId="{21233A5B-F919-FFB0-7A53-B005BA5DFE61}"/>
          </ac:spMkLst>
        </pc:spChg>
        <pc:spChg chg="del">
          <ac:chgData name="石坂　隼翔" userId="S::tdn2532056@stu.o-hara.ac.jp::9d23e5a3-ba41-4296-9c9f-59c0047cb235" providerId="AD" clId="Web-{C43A0022-5E66-4457-C1BF-9212000543F2}" dt="2026-09-11T03:03:39.872" v="2"/>
          <ac:spMkLst>
            <pc:docMk/>
            <pc:sldMk cId="3435243395" sldId="261"/>
            <ac:spMk id="3" creationId="{F5D2A9AE-1F18-7863-9563-E8321777ED0B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00" v="4"/>
          <ac:spMkLst>
            <pc:docMk/>
            <pc:sldMk cId="3435243395" sldId="261"/>
            <ac:spMk id="5" creationId="{17794933-92A8-99DC-406D-4E2B3C5A967B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00" v="5"/>
          <ac:spMkLst>
            <pc:docMk/>
            <pc:sldMk cId="3435243395" sldId="261"/>
            <ac:spMk id="7" creationId="{B6A4EABD-71B4-76E9-3843-95DADAA229ED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00" v="6"/>
          <ac:spMkLst>
            <pc:docMk/>
            <pc:sldMk cId="3435243395" sldId="261"/>
            <ac:spMk id="9" creationId="{EDF22B0C-8C46-7C2C-906F-4AEE39D92364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15" v="7"/>
          <ac:spMkLst>
            <pc:docMk/>
            <pc:sldMk cId="3435243395" sldId="261"/>
            <ac:spMk id="11" creationId="{6B6EA446-5DEC-3800-963A-607F6DA107AC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15" v="8"/>
          <ac:spMkLst>
            <pc:docMk/>
            <pc:sldMk cId="3435243395" sldId="261"/>
            <ac:spMk id="13" creationId="{697317A1-689B-8BA7-0C20-5F25C25A0603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15" v="9"/>
          <ac:spMkLst>
            <pc:docMk/>
            <pc:sldMk cId="3435243395" sldId="261"/>
            <ac:spMk id="15" creationId="{92968039-F3ED-599F-9271-CD1EADEC1883}"/>
          </ac:spMkLst>
        </pc:spChg>
        <pc:spChg chg="add mod">
          <ac:chgData name="石坂　隼翔" userId="S::tdn2532056@stu.o-hara.ac.jp::9d23e5a3-ba41-4296-9c9f-59c0047cb235" providerId="AD" clId="Web-{C43A0022-5E66-4457-C1BF-9212000543F2}" dt="2026-09-11T03:03:56.153" v="38" actId="20577"/>
          <ac:spMkLst>
            <pc:docMk/>
            <pc:sldMk cId="3435243395" sldId="261"/>
            <ac:spMk id="17" creationId="{974E66B5-7D6B-15F0-7974-6E81E01EE8AE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31" v="11"/>
          <ac:spMkLst>
            <pc:docMk/>
            <pc:sldMk cId="3435243395" sldId="261"/>
            <ac:spMk id="19" creationId="{28C98BAB-D30B-2A0B-6D42-4D81AD7778C9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31" v="12"/>
          <ac:spMkLst>
            <pc:docMk/>
            <pc:sldMk cId="3435243395" sldId="261"/>
            <ac:spMk id="21" creationId="{B3A80F6A-15A9-EE54-ECB6-3922D4BE9556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47" v="13"/>
          <ac:spMkLst>
            <pc:docMk/>
            <pc:sldMk cId="3435243395" sldId="261"/>
            <ac:spMk id="23" creationId="{C1FC64AF-3293-BC95-4EF1-2C959F0E5013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47" v="14"/>
          <ac:spMkLst>
            <pc:docMk/>
            <pc:sldMk cId="3435243395" sldId="261"/>
            <ac:spMk id="25" creationId="{357E5175-E8CD-E325-9A74-632F14B146E9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47" v="15"/>
          <ac:spMkLst>
            <pc:docMk/>
            <pc:sldMk cId="3435243395" sldId="261"/>
            <ac:spMk id="27" creationId="{4572EDD0-FAF1-332B-1D01-891E29F546A3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62" v="16"/>
          <ac:spMkLst>
            <pc:docMk/>
            <pc:sldMk cId="3435243395" sldId="261"/>
            <ac:spMk id="29" creationId="{4896E263-6D0E-3E15-98F7-6E0A046F0114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62" v="17"/>
          <ac:spMkLst>
            <pc:docMk/>
            <pc:sldMk cId="3435243395" sldId="261"/>
            <ac:spMk id="31" creationId="{2A3356BE-9FB5-69C0-71BD-7F379A0F9385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78" v="18"/>
          <ac:spMkLst>
            <pc:docMk/>
            <pc:sldMk cId="3435243395" sldId="261"/>
            <ac:spMk id="33" creationId="{7359FD8E-F5D9-D6AD-EC69-5313AA7658F9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78" v="19"/>
          <ac:spMkLst>
            <pc:docMk/>
            <pc:sldMk cId="3435243395" sldId="261"/>
            <ac:spMk id="35" creationId="{B3B03894-1637-1EC6-92AD-C941C199CCED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78" v="20"/>
          <ac:spMkLst>
            <pc:docMk/>
            <pc:sldMk cId="3435243395" sldId="261"/>
            <ac:spMk id="37" creationId="{174C4D44-4F4D-D159-23BF-6DCD545783CC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94" v="21"/>
          <ac:spMkLst>
            <pc:docMk/>
            <pc:sldMk cId="3435243395" sldId="261"/>
            <ac:spMk id="39" creationId="{1049B85F-F638-37CC-A842-79A2534438C4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794" v="22"/>
          <ac:spMkLst>
            <pc:docMk/>
            <pc:sldMk cId="3435243395" sldId="261"/>
            <ac:spMk id="41" creationId="{5D049ABF-A69A-0DA5-C242-FB4A2503208F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09" v="23"/>
          <ac:spMkLst>
            <pc:docMk/>
            <pc:sldMk cId="3435243395" sldId="261"/>
            <ac:spMk id="43" creationId="{CEF5DE5F-28B4-1F31-B479-6E3526B28711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09" v="24"/>
          <ac:spMkLst>
            <pc:docMk/>
            <pc:sldMk cId="3435243395" sldId="261"/>
            <ac:spMk id="45" creationId="{ED0A80C2-36B7-6A79-FA77-5BE63BBB2996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09" v="25"/>
          <ac:spMkLst>
            <pc:docMk/>
            <pc:sldMk cId="3435243395" sldId="261"/>
            <ac:spMk id="47" creationId="{212B9413-6674-3376-3142-16B0C1B3A0C8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25" v="26"/>
          <ac:spMkLst>
            <pc:docMk/>
            <pc:sldMk cId="3435243395" sldId="261"/>
            <ac:spMk id="49" creationId="{48C81BCE-8A99-D1C1-50ED-1A9D4E8CC3BC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25" v="27"/>
          <ac:spMkLst>
            <pc:docMk/>
            <pc:sldMk cId="3435243395" sldId="261"/>
            <ac:spMk id="51" creationId="{00F7BE1B-7408-AA04-C707-A7F025E5DE9B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25" v="28"/>
          <ac:spMkLst>
            <pc:docMk/>
            <pc:sldMk cId="3435243395" sldId="261"/>
            <ac:spMk id="53" creationId="{4C36C1B2-BB6F-EBEC-55B4-F553C7C34785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40" v="29"/>
          <ac:spMkLst>
            <pc:docMk/>
            <pc:sldMk cId="3435243395" sldId="261"/>
            <ac:spMk id="55" creationId="{C533096C-8EA7-B53A-2E61-EEB2F2C713BD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40" v="30"/>
          <ac:spMkLst>
            <pc:docMk/>
            <pc:sldMk cId="3435243395" sldId="261"/>
            <ac:spMk id="57" creationId="{2B8C5D80-9D9B-45D4-5398-1B79E82C0E44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56" v="31"/>
          <ac:spMkLst>
            <pc:docMk/>
            <pc:sldMk cId="3435243395" sldId="261"/>
            <ac:spMk id="59" creationId="{0D668C7D-3EC7-744A-1504-12776E48646E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56" v="32"/>
          <ac:spMkLst>
            <pc:docMk/>
            <pc:sldMk cId="3435243395" sldId="261"/>
            <ac:spMk id="61" creationId="{C86D1EBD-3E02-B208-9D4E-9C643A967098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56" v="33"/>
          <ac:spMkLst>
            <pc:docMk/>
            <pc:sldMk cId="3435243395" sldId="261"/>
            <ac:spMk id="63" creationId="{D6FEC242-DF78-9B91-3ADA-D0C0BC2829F3}"/>
          </ac:spMkLst>
        </pc:spChg>
        <pc:spChg chg="add del">
          <ac:chgData name="石坂　隼翔" userId="S::tdn2532056@stu.o-hara.ac.jp::9d23e5a3-ba41-4296-9c9f-59c0047cb235" providerId="AD" clId="Web-{C43A0022-5E66-4457-C1BF-9212000543F2}" dt="2026-09-11T03:03:46.403" v="36"/>
          <ac:spMkLst>
            <pc:docMk/>
            <pc:sldMk cId="3435243395" sldId="261"/>
            <ac:spMk id="65" creationId="{1B2C2243-7CA2-E38A-5B10-6BE14BCA4587}"/>
          </ac:spMkLst>
        </pc:spChg>
        <pc:spChg chg="add">
          <ac:chgData name="石坂　隼翔" userId="S::tdn2532056@stu.o-hara.ac.jp::9d23e5a3-ba41-4296-9c9f-59c0047cb235" providerId="AD" clId="Web-{C43A0022-5E66-4457-C1BF-9212000543F2}" dt="2026-09-11T03:03:40.872" v="35"/>
          <ac:spMkLst>
            <pc:docMk/>
            <pc:sldMk cId="3435243395" sldId="261"/>
            <ac:spMk id="67" creationId="{BA3D344E-E412-7034-0B61-54146BCCC436}"/>
          </ac:spMkLst>
        </pc:spChg>
        <pc:spChg chg="add mod">
          <ac:chgData name="石坂　隼翔" userId="S::tdn2532056@stu.o-hara.ac.jp::9d23e5a3-ba41-4296-9c9f-59c0047cb235" providerId="AD" clId="Web-{C43A0022-5E66-4457-C1BF-9212000543F2}" dt="2026-09-11T03:05:19.481" v="43" actId="1076"/>
          <ac:spMkLst>
            <pc:docMk/>
            <pc:sldMk cId="3435243395" sldId="261"/>
            <ac:spMk id="68" creationId="{F11E9E2B-8072-4E1A-2C3B-630C640E5945}"/>
          </ac:spMkLst>
        </pc:spChg>
      </pc:sldChg>
    </pc:docChg>
  </pc:docChgLst>
  <pc:docChgLst>
    <pc:chgData name="石坂　隼翔" userId="S::tdn2532056@stu.o-hara.ac.jp::9d23e5a3-ba41-4296-9c9f-59c0047cb235" providerId="AD" clId="Web-{00000000-0000-0000-0000-000000000000}"/>
    <pc:docChg chg="modSld">
      <pc:chgData name="石坂　隼翔" userId="S::tdn2532056@stu.o-hara.ac.jp::9d23e5a3-ba41-4296-9c9f-59c0047cb235" providerId="AD" clId="Web-{00000000-0000-0000-0000-000000000000}" dt="2026-09-08T05:58:18.628" v="0" actId="14100"/>
      <pc:docMkLst>
        <pc:docMk/>
      </pc:docMkLst>
      <pc:sldChg chg="modSp">
        <pc:chgData name="石坂　隼翔" userId="S::tdn2532056@stu.o-hara.ac.jp::9d23e5a3-ba41-4296-9c9f-59c0047cb235" providerId="AD" clId="Web-{00000000-0000-0000-0000-000000000000}" dt="2026-09-08T05:58:18.628" v="0" actId="14100"/>
        <pc:sldMkLst>
          <pc:docMk/>
          <pc:sldMk cId="394089563" sldId="259"/>
        </pc:sldMkLst>
        <pc:spChg chg="mod">
          <ac:chgData name="石坂　隼翔" userId="S::tdn2532056@stu.o-hara.ac.jp::9d23e5a3-ba41-4296-9c9f-59c0047cb235" providerId="AD" clId="Web-{00000000-0000-0000-0000-000000000000}" dt="2026-09-08T05:58:18.628" v="0" actId="14100"/>
          <ac:spMkLst>
            <pc:docMk/>
            <pc:sldMk cId="394089563" sldId="259"/>
            <ac:spMk id="49" creationId="{71199942-AA1E-4F18-A897-E4254563B8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61C505-435F-4B5A-819B-5BF134CCF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0006230-9C1B-429E-BCB2-94397A275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8C331E-AF18-4FC1-AA44-ED2BBF83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BFF31D-CEEC-41DA-86D0-C69559E9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8373B4-1A92-4384-8644-47F2E7FB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269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6B00F8-B6AB-4BA0-AE67-C8337EDFB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660074-3C27-4737-AF6A-9CBB090DB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259418-D775-4E6C-A5B6-B4E95932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8C9BF0-C765-47FB-8D07-B275F12B0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826927-40FD-4DE2-821A-89D68B059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20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8C0C67-8CA4-4337-9260-C5F4052E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6BAA09F-C337-44E7-ADD9-23AE497F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B9757F-24C9-4B80-8A8E-A944A287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CA538E-D1CB-4D60-917E-2C3B298A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CD6EBD-506E-4E86-8F76-40A6C2E7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897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481C5-45B9-415E-8A29-D33C2964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CEF8AC-C34D-42A4-8029-E5B450125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3730AB-C3E5-4F18-B57B-3EE549DE9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E132C1-551E-4336-82BF-51DC17A28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0DE690-42AC-4274-963F-BD9EB573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494739-1A33-46D2-A9A2-208E7E89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24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FF317-56C8-47C6-B938-83865B20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82614-6667-4953-B26B-D264849BA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EC45C0-6A8D-47C3-AF76-6B9F40B3D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47D48C7-3A90-4DEE-BFA7-25869FEA3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300842A-7671-47A3-BB87-E78BAC3FC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F4577AF-AD9D-4B46-8CA5-BE260311F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34FB3BA-C797-4BE9-9C75-910F2BD6C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C599A4D-253C-42F3-98C3-4224BE0B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259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5CFD3D-2AF0-4A57-A66A-4A4B4EB0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1CAE200-9276-4804-AA89-8F27AE2D4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1FA3D69-F761-4893-8C2F-6BB2DE67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34275E-3B2C-496D-A33D-91399E04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286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93CA71A-443D-4C74-BABE-AD018078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FEBC3D-92B9-4DC6-BA6A-4C2A58DE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AC54A5-CADF-416A-8A4F-E6664CF9E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66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E126C0-025F-4DE2-AE3C-6374F2DA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4EAB99-E94B-43C6-AF3C-E9FDA3413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05E42C-E678-46A7-9348-9F200D4DA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432A04-2616-4A05-9A7B-5303CB59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A3326B-9818-4659-A7D3-621D47816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EDA95A-85AF-40D6-A956-2E5CA61F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23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D56952-89F2-47E6-9402-2499AD4F3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D38ED1-9914-4770-BE02-E5C7BEFAA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339E1F-327A-4DEB-A20D-849E38970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C95D2D-480D-4795-AB16-A3A2ADD0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738CEB-2B40-467D-A130-0FF125F0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FEA9CF-80AA-4146-B8BB-0777B1E5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95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C8E0CC-8DB1-4135-9164-57F007BB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44A52DD-0D52-4E0C-A228-9DDB3816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53996A-7E0F-4907-A95C-F6380A62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1FD6CA-167C-4A23-90F8-E8987CE8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EBEAC4-AD01-4D46-A04E-961A3AFC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49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F580F07-8A8C-457D-BFBD-90E19BD1E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F86911-7D12-419E-926E-1A05BB632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71258E-B709-43A0-95B2-80B549F0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EFC1ED-3C0F-46D3-AB91-287A1DF9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107D92-7B28-439C-988B-34C489931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936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B9C0EBE-1377-4C72-B15E-A9A7F917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6B3BCD-319A-4055-97C0-98CD54E3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8ADCAE-AC9C-4F60-BB1B-33FCAD288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A6EB0-39F2-4C6B-B069-7ACE312BAC17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EB525F-6E76-41A0-A3D8-9597B0608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CFA15C-8D3C-4BF9-A2CB-F0B501EF8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22FC8-A6B3-4064-A857-01B7A9932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304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630C35B-C292-425C-BEB8-49FED022AADA}"/>
              </a:ext>
            </a:extLst>
          </p:cNvPr>
          <p:cNvSpPr/>
          <p:nvPr/>
        </p:nvSpPr>
        <p:spPr>
          <a:xfrm>
            <a:off x="294640" y="5760720"/>
            <a:ext cx="11573133" cy="7112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61398BF-F168-4070-993E-189D3ED2BC57}"/>
              </a:ext>
            </a:extLst>
          </p:cNvPr>
          <p:cNvSpPr/>
          <p:nvPr/>
        </p:nvSpPr>
        <p:spPr>
          <a:xfrm>
            <a:off x="386080" y="1008102"/>
            <a:ext cx="32512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C1A5DFB-4AB5-4380-BBA2-19718FA2B3D1}"/>
              </a:ext>
            </a:extLst>
          </p:cNvPr>
          <p:cNvSpPr/>
          <p:nvPr/>
        </p:nvSpPr>
        <p:spPr>
          <a:xfrm>
            <a:off x="386080" y="1596628"/>
            <a:ext cx="325120" cy="335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DA160C0-71B9-43CE-A65F-B960A1DBC021}"/>
              </a:ext>
            </a:extLst>
          </p:cNvPr>
          <p:cNvSpPr/>
          <p:nvPr/>
        </p:nvSpPr>
        <p:spPr>
          <a:xfrm>
            <a:off x="386080" y="2211308"/>
            <a:ext cx="325120" cy="335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9CDDFF7-E1A1-4E46-8E4C-D89B03D0BD63}"/>
              </a:ext>
            </a:extLst>
          </p:cNvPr>
          <p:cNvSpPr/>
          <p:nvPr/>
        </p:nvSpPr>
        <p:spPr>
          <a:xfrm>
            <a:off x="4526086" y="298033"/>
            <a:ext cx="325120" cy="330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DED82E-3B32-4576-85BF-CD9A8847A466}"/>
              </a:ext>
            </a:extLst>
          </p:cNvPr>
          <p:cNvSpPr txBox="1"/>
          <p:nvPr/>
        </p:nvSpPr>
        <p:spPr>
          <a:xfrm>
            <a:off x="1099790" y="10081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地面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B768429-A768-4046-BC19-8EFD919D93F7}"/>
              </a:ext>
            </a:extLst>
          </p:cNvPr>
          <p:cNvSpPr txBox="1"/>
          <p:nvPr/>
        </p:nvSpPr>
        <p:spPr>
          <a:xfrm>
            <a:off x="1094770" y="15966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キーアイテム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7BFA745-49CA-4DE0-83E1-4AB0DD399B8E}"/>
              </a:ext>
            </a:extLst>
          </p:cNvPr>
          <p:cNvSpPr txBox="1"/>
          <p:nvPr/>
        </p:nvSpPr>
        <p:spPr>
          <a:xfrm>
            <a:off x="1094770" y="2211308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上からはあたり判定のある地面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181D499-A3AE-47D4-B55D-3609B08CFC33}"/>
              </a:ext>
            </a:extLst>
          </p:cNvPr>
          <p:cNvSpPr txBox="1"/>
          <p:nvPr/>
        </p:nvSpPr>
        <p:spPr>
          <a:xfrm>
            <a:off x="5234776" y="298033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オブジェクトを設置できる位置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1318F1B-0A9B-4F97-A4DB-B4E05966B906}"/>
              </a:ext>
            </a:extLst>
          </p:cNvPr>
          <p:cNvSpPr/>
          <p:nvPr/>
        </p:nvSpPr>
        <p:spPr>
          <a:xfrm>
            <a:off x="10279410" y="264160"/>
            <a:ext cx="325120" cy="330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04F1F3B-3455-4CD6-94BB-496C2256B565}"/>
              </a:ext>
            </a:extLst>
          </p:cNvPr>
          <p:cNvSpPr txBox="1"/>
          <p:nvPr/>
        </p:nvSpPr>
        <p:spPr>
          <a:xfrm>
            <a:off x="10990610" y="2641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ゴール</a:t>
            </a:r>
            <a:endParaRPr kumimoji="1" lang="en-US" altLang="ja-JP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1F7F29F-D55F-41CE-8259-104C274B55C3}"/>
              </a:ext>
            </a:extLst>
          </p:cNvPr>
          <p:cNvSpPr/>
          <p:nvPr/>
        </p:nvSpPr>
        <p:spPr>
          <a:xfrm>
            <a:off x="10912733" y="5430520"/>
            <a:ext cx="325120" cy="330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43A13AA-B3C6-46A2-8F76-8DC0285ED1AF}"/>
              </a:ext>
            </a:extLst>
          </p:cNvPr>
          <p:cNvSpPr/>
          <p:nvPr/>
        </p:nvSpPr>
        <p:spPr>
          <a:xfrm>
            <a:off x="2788583" y="5222617"/>
            <a:ext cx="396240" cy="528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B24D181-B13B-483B-B105-52CC813F3E35}"/>
              </a:ext>
            </a:extLst>
          </p:cNvPr>
          <p:cNvSpPr/>
          <p:nvPr/>
        </p:nvSpPr>
        <p:spPr>
          <a:xfrm>
            <a:off x="3108068" y="3382486"/>
            <a:ext cx="325120" cy="335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DD01316-CC17-4DBF-BD6E-9BD1627E138F}"/>
              </a:ext>
            </a:extLst>
          </p:cNvPr>
          <p:cNvSpPr txBox="1"/>
          <p:nvPr/>
        </p:nvSpPr>
        <p:spPr>
          <a:xfrm>
            <a:off x="386080" y="24459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テストステージ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6B72453-7571-43F5-8BA8-DE644CD0F602}"/>
              </a:ext>
            </a:extLst>
          </p:cNvPr>
          <p:cNvSpPr/>
          <p:nvPr/>
        </p:nvSpPr>
        <p:spPr>
          <a:xfrm>
            <a:off x="1286326" y="5365234"/>
            <a:ext cx="403840" cy="39548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68AF2B8-848D-4269-81A8-696047363646}"/>
              </a:ext>
            </a:extLst>
          </p:cNvPr>
          <p:cNvSpPr/>
          <p:nvPr/>
        </p:nvSpPr>
        <p:spPr>
          <a:xfrm>
            <a:off x="2788583" y="4000084"/>
            <a:ext cx="325120" cy="12225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000CBEE-6E11-4622-91C7-72468D500091}"/>
              </a:ext>
            </a:extLst>
          </p:cNvPr>
          <p:cNvSpPr/>
          <p:nvPr/>
        </p:nvSpPr>
        <p:spPr>
          <a:xfrm>
            <a:off x="3108068" y="4000083"/>
            <a:ext cx="1057532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49961EE-53FD-4A3F-B000-523B6375C081}"/>
              </a:ext>
            </a:extLst>
          </p:cNvPr>
          <p:cNvSpPr/>
          <p:nvPr/>
        </p:nvSpPr>
        <p:spPr>
          <a:xfrm>
            <a:off x="4165600" y="4000083"/>
            <a:ext cx="975360" cy="335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63E7202-AF50-4707-BD13-5DD102A0B948}"/>
              </a:ext>
            </a:extLst>
          </p:cNvPr>
          <p:cNvSpPr/>
          <p:nvPr/>
        </p:nvSpPr>
        <p:spPr>
          <a:xfrm>
            <a:off x="5140960" y="4000083"/>
            <a:ext cx="325120" cy="176063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78D5ADB-86B6-402D-973F-9F8201E5F3F7}"/>
              </a:ext>
            </a:extLst>
          </p:cNvPr>
          <p:cNvSpPr/>
          <p:nvPr/>
        </p:nvSpPr>
        <p:spPr>
          <a:xfrm>
            <a:off x="4511090" y="1019393"/>
            <a:ext cx="340116" cy="3352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1E64FFE-8D7A-4D40-9861-3CE987CFC93D}"/>
              </a:ext>
            </a:extLst>
          </p:cNvPr>
          <p:cNvSpPr txBox="1"/>
          <p:nvPr/>
        </p:nvSpPr>
        <p:spPr>
          <a:xfrm>
            <a:off x="5313680" y="101939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炎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CF21D4C-1EB0-401E-BC46-83A6AED5A81C}"/>
              </a:ext>
            </a:extLst>
          </p:cNvPr>
          <p:cNvSpPr/>
          <p:nvPr/>
        </p:nvSpPr>
        <p:spPr>
          <a:xfrm>
            <a:off x="4511090" y="1745833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8723372-AAAF-4590-BEFA-6D6F8DAF9F02}"/>
              </a:ext>
            </a:extLst>
          </p:cNvPr>
          <p:cNvSpPr txBox="1"/>
          <p:nvPr/>
        </p:nvSpPr>
        <p:spPr>
          <a:xfrm>
            <a:off x="5313680" y="177988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氷ブロック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ACB1D47-2A8D-4EF5-82C4-F34A741A0538}"/>
              </a:ext>
            </a:extLst>
          </p:cNvPr>
          <p:cNvSpPr txBox="1"/>
          <p:nvPr/>
        </p:nvSpPr>
        <p:spPr>
          <a:xfrm>
            <a:off x="7980183" y="9702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ロープ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4363323-7EA6-4E6E-8EC6-36221236EE5C}"/>
              </a:ext>
            </a:extLst>
          </p:cNvPr>
          <p:cNvSpPr/>
          <p:nvPr/>
        </p:nvSpPr>
        <p:spPr>
          <a:xfrm>
            <a:off x="7152640" y="997565"/>
            <a:ext cx="325120" cy="39116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2414C71-65DF-40C4-A9B9-E1175554F598}"/>
              </a:ext>
            </a:extLst>
          </p:cNvPr>
          <p:cNvSpPr/>
          <p:nvPr/>
        </p:nvSpPr>
        <p:spPr>
          <a:xfrm>
            <a:off x="4490720" y="4665563"/>
            <a:ext cx="325120" cy="109026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F97CD8A-359D-4B5B-A620-4FFB92BF5F25}"/>
              </a:ext>
            </a:extLst>
          </p:cNvPr>
          <p:cNvSpPr/>
          <p:nvPr/>
        </p:nvSpPr>
        <p:spPr>
          <a:xfrm>
            <a:off x="4815840" y="4658180"/>
            <a:ext cx="325120" cy="110253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D4E2335-946C-41E2-9C55-2F0658195F0F}"/>
              </a:ext>
            </a:extLst>
          </p:cNvPr>
          <p:cNvSpPr/>
          <p:nvPr/>
        </p:nvSpPr>
        <p:spPr>
          <a:xfrm>
            <a:off x="7477760" y="4314289"/>
            <a:ext cx="1925657" cy="14366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BC7ADB3-DF1D-458F-BB27-33BE55F5D736}"/>
              </a:ext>
            </a:extLst>
          </p:cNvPr>
          <p:cNvSpPr/>
          <p:nvPr/>
        </p:nvSpPr>
        <p:spPr>
          <a:xfrm>
            <a:off x="7136819" y="1779885"/>
            <a:ext cx="340941" cy="3352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4DBEB9C-4EA4-4B69-A68A-5E82D2569D3B}"/>
              </a:ext>
            </a:extLst>
          </p:cNvPr>
          <p:cNvSpPr txBox="1"/>
          <p:nvPr/>
        </p:nvSpPr>
        <p:spPr>
          <a:xfrm>
            <a:off x="7888743" y="178647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ジャンプ台</a:t>
            </a:r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9CA7D7C-BA95-466B-9992-97B809712CA3}"/>
              </a:ext>
            </a:extLst>
          </p:cNvPr>
          <p:cNvSpPr/>
          <p:nvPr/>
        </p:nvSpPr>
        <p:spPr>
          <a:xfrm>
            <a:off x="7126658" y="5427702"/>
            <a:ext cx="340941" cy="3352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13C4134-574F-4CAB-9412-AFEFC86136B2}"/>
              </a:ext>
            </a:extLst>
          </p:cNvPr>
          <p:cNvSpPr/>
          <p:nvPr/>
        </p:nvSpPr>
        <p:spPr>
          <a:xfrm>
            <a:off x="8175536" y="3452049"/>
            <a:ext cx="325120" cy="335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6F96F71-0BF5-4710-85CB-180AE25510B5}"/>
              </a:ext>
            </a:extLst>
          </p:cNvPr>
          <p:cNvSpPr/>
          <p:nvPr/>
        </p:nvSpPr>
        <p:spPr>
          <a:xfrm>
            <a:off x="5646129" y="5253950"/>
            <a:ext cx="325120" cy="335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58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B087306-A488-4877-A944-FAC63B1360AE}"/>
              </a:ext>
            </a:extLst>
          </p:cNvPr>
          <p:cNvSpPr/>
          <p:nvPr/>
        </p:nvSpPr>
        <p:spPr>
          <a:xfrm>
            <a:off x="4752420" y="2975372"/>
            <a:ext cx="5638800" cy="7112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3568C39-5A62-4333-88D3-E6A2C0FD578E}"/>
              </a:ext>
            </a:extLst>
          </p:cNvPr>
          <p:cNvSpPr/>
          <p:nvPr/>
        </p:nvSpPr>
        <p:spPr>
          <a:xfrm>
            <a:off x="5473780" y="2172732"/>
            <a:ext cx="711200" cy="8026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138511B-455F-4808-83DA-AD7A032F9C1B}"/>
              </a:ext>
            </a:extLst>
          </p:cNvPr>
          <p:cNvSpPr/>
          <p:nvPr/>
        </p:nvSpPr>
        <p:spPr>
          <a:xfrm>
            <a:off x="7109540" y="2640092"/>
            <a:ext cx="94488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1DB2145-DA43-4873-A225-0CF57E5AA596}"/>
              </a:ext>
            </a:extLst>
          </p:cNvPr>
          <p:cNvSpPr/>
          <p:nvPr/>
        </p:nvSpPr>
        <p:spPr>
          <a:xfrm>
            <a:off x="6733620" y="2822972"/>
            <a:ext cx="37592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BCB02A2-73FF-42E7-B07B-85F8C13CB87B}"/>
              </a:ext>
            </a:extLst>
          </p:cNvPr>
          <p:cNvSpPr/>
          <p:nvPr/>
        </p:nvSpPr>
        <p:spPr>
          <a:xfrm>
            <a:off x="9222820" y="2426732"/>
            <a:ext cx="1168400" cy="5486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BF5BD19-E0CE-419F-A4C7-1AF548819458}"/>
              </a:ext>
            </a:extLst>
          </p:cNvPr>
          <p:cNvSpPr/>
          <p:nvPr/>
        </p:nvSpPr>
        <p:spPr>
          <a:xfrm>
            <a:off x="5301060" y="1258332"/>
            <a:ext cx="254000" cy="203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F98E138-6160-4B9A-8E33-0FDC299A4DB9}"/>
              </a:ext>
            </a:extLst>
          </p:cNvPr>
          <p:cNvSpPr/>
          <p:nvPr/>
        </p:nvSpPr>
        <p:spPr>
          <a:xfrm>
            <a:off x="8978980" y="2822972"/>
            <a:ext cx="24384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EFD98FF-A25A-45B6-8968-B67E0ED3F583}"/>
              </a:ext>
            </a:extLst>
          </p:cNvPr>
          <p:cNvSpPr/>
          <p:nvPr/>
        </p:nvSpPr>
        <p:spPr>
          <a:xfrm>
            <a:off x="8064580" y="2822972"/>
            <a:ext cx="24384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FA1C151-3D4F-4DFB-B66C-08E1DF04F2BC}"/>
              </a:ext>
            </a:extLst>
          </p:cNvPr>
          <p:cNvSpPr/>
          <p:nvPr/>
        </p:nvSpPr>
        <p:spPr>
          <a:xfrm>
            <a:off x="5473780" y="2020332"/>
            <a:ext cx="24384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9DF1430-DB35-4889-9521-5A0DFE07B38D}"/>
              </a:ext>
            </a:extLst>
          </p:cNvPr>
          <p:cNvSpPr/>
          <p:nvPr/>
        </p:nvSpPr>
        <p:spPr>
          <a:xfrm>
            <a:off x="6184980" y="2172732"/>
            <a:ext cx="24384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2FDF350-36E9-4CDE-9F93-3F2F13AF77CE}"/>
              </a:ext>
            </a:extLst>
          </p:cNvPr>
          <p:cNvSpPr txBox="1"/>
          <p:nvPr/>
        </p:nvSpPr>
        <p:spPr>
          <a:xfrm>
            <a:off x="172720" y="1691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ステージ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48929F6-31EF-42DE-B738-7E1BB902151C}"/>
              </a:ext>
            </a:extLst>
          </p:cNvPr>
          <p:cNvSpPr/>
          <p:nvPr/>
        </p:nvSpPr>
        <p:spPr>
          <a:xfrm>
            <a:off x="243840" y="701040"/>
            <a:ext cx="32512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1C9BA9-A893-404E-B439-C667A01941AD}"/>
              </a:ext>
            </a:extLst>
          </p:cNvPr>
          <p:cNvSpPr/>
          <p:nvPr/>
        </p:nvSpPr>
        <p:spPr>
          <a:xfrm>
            <a:off x="243840" y="1315720"/>
            <a:ext cx="325120" cy="335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977A40F-B33B-4320-A628-47EDF35B4BDD}"/>
              </a:ext>
            </a:extLst>
          </p:cNvPr>
          <p:cNvSpPr/>
          <p:nvPr/>
        </p:nvSpPr>
        <p:spPr>
          <a:xfrm>
            <a:off x="243840" y="1930400"/>
            <a:ext cx="325120" cy="335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134FE9F-55D3-4B2C-A138-D772E4FC30A1}"/>
              </a:ext>
            </a:extLst>
          </p:cNvPr>
          <p:cNvSpPr/>
          <p:nvPr/>
        </p:nvSpPr>
        <p:spPr>
          <a:xfrm>
            <a:off x="243840" y="2545080"/>
            <a:ext cx="325120" cy="330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441B364-35BC-4928-B04F-1D78207E14A8}"/>
              </a:ext>
            </a:extLst>
          </p:cNvPr>
          <p:cNvSpPr txBox="1"/>
          <p:nvPr/>
        </p:nvSpPr>
        <p:spPr>
          <a:xfrm>
            <a:off x="957550" y="7271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地面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F06E798-A04E-479F-B921-04BE69287850}"/>
              </a:ext>
            </a:extLst>
          </p:cNvPr>
          <p:cNvSpPr txBox="1"/>
          <p:nvPr/>
        </p:nvSpPr>
        <p:spPr>
          <a:xfrm>
            <a:off x="952530" y="13157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キーアイテム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6884E47-C0FC-429C-8A02-6CDFE2D0D3A9}"/>
              </a:ext>
            </a:extLst>
          </p:cNvPr>
          <p:cNvSpPr txBox="1"/>
          <p:nvPr/>
        </p:nvSpPr>
        <p:spPr>
          <a:xfrm>
            <a:off x="952530" y="193040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上からはあたり判定のある地面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EB7508E-B525-4A78-B5B5-3CD755BFB1CA}"/>
              </a:ext>
            </a:extLst>
          </p:cNvPr>
          <p:cNvSpPr txBox="1"/>
          <p:nvPr/>
        </p:nvSpPr>
        <p:spPr>
          <a:xfrm>
            <a:off x="952530" y="254508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オブジェクトを設置できる位置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EFE8910-41AB-4CCE-B3ED-2150BC79C2CA}"/>
              </a:ext>
            </a:extLst>
          </p:cNvPr>
          <p:cNvSpPr txBox="1"/>
          <p:nvPr/>
        </p:nvSpPr>
        <p:spPr>
          <a:xfrm>
            <a:off x="952530" y="31546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ゴール</a:t>
            </a:r>
            <a:endParaRPr kumimoji="1" lang="en-US" altLang="ja-JP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C88FC11-0EE2-4822-8966-003C3C947CBE}"/>
              </a:ext>
            </a:extLst>
          </p:cNvPr>
          <p:cNvSpPr txBox="1"/>
          <p:nvPr/>
        </p:nvSpPr>
        <p:spPr>
          <a:xfrm>
            <a:off x="4089232" y="26896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ステージ１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6DD2A0C-B073-410D-BAA1-B0414FF78933}"/>
              </a:ext>
            </a:extLst>
          </p:cNvPr>
          <p:cNvSpPr/>
          <p:nvPr/>
        </p:nvSpPr>
        <p:spPr>
          <a:xfrm>
            <a:off x="9644460" y="2096532"/>
            <a:ext cx="325120" cy="330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DF10C24-C6DC-4EE3-B470-D1D5E166E1F3}"/>
              </a:ext>
            </a:extLst>
          </p:cNvPr>
          <p:cNvSpPr/>
          <p:nvPr/>
        </p:nvSpPr>
        <p:spPr>
          <a:xfrm>
            <a:off x="243840" y="3154680"/>
            <a:ext cx="325120" cy="330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574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1821DB4-02D6-4952-B055-9131229666CD}"/>
              </a:ext>
            </a:extLst>
          </p:cNvPr>
          <p:cNvSpPr/>
          <p:nvPr/>
        </p:nvSpPr>
        <p:spPr>
          <a:xfrm>
            <a:off x="460504" y="5990420"/>
            <a:ext cx="11344317" cy="7112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419924B-133B-474D-9DC8-4433356BB276}"/>
              </a:ext>
            </a:extLst>
          </p:cNvPr>
          <p:cNvSpPr/>
          <p:nvPr/>
        </p:nvSpPr>
        <p:spPr>
          <a:xfrm>
            <a:off x="6023490" y="4163209"/>
            <a:ext cx="2035460" cy="1827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D43C79E-6795-4AA6-B85F-2F54FE0FF325}"/>
              </a:ext>
            </a:extLst>
          </p:cNvPr>
          <p:cNvSpPr/>
          <p:nvPr/>
        </p:nvSpPr>
        <p:spPr>
          <a:xfrm>
            <a:off x="460504" y="4461734"/>
            <a:ext cx="1047020" cy="15286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B7E065C-C627-430F-A711-A0B355CBB6DC}"/>
              </a:ext>
            </a:extLst>
          </p:cNvPr>
          <p:cNvSpPr/>
          <p:nvPr/>
        </p:nvSpPr>
        <p:spPr>
          <a:xfrm>
            <a:off x="10636421" y="4709986"/>
            <a:ext cx="1168400" cy="12804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4BD5741-04E4-470F-9F28-BCC94B134178}"/>
              </a:ext>
            </a:extLst>
          </p:cNvPr>
          <p:cNvSpPr/>
          <p:nvPr/>
        </p:nvSpPr>
        <p:spPr>
          <a:xfrm>
            <a:off x="7088385" y="1436818"/>
            <a:ext cx="254000" cy="203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809E7D9-D5D9-4F4E-A0FA-FE1A4355B2A3}"/>
              </a:ext>
            </a:extLst>
          </p:cNvPr>
          <p:cNvSpPr/>
          <p:nvPr/>
        </p:nvSpPr>
        <p:spPr>
          <a:xfrm>
            <a:off x="10316584" y="5766099"/>
            <a:ext cx="319837" cy="22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712195B-BB28-43CB-90A3-4CB98BD4C65F}"/>
              </a:ext>
            </a:extLst>
          </p:cNvPr>
          <p:cNvSpPr txBox="1"/>
          <p:nvPr/>
        </p:nvSpPr>
        <p:spPr>
          <a:xfrm>
            <a:off x="373967" y="29367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ステージ２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80ACCAE-5EC3-42C9-8910-9F0B9892633E}"/>
              </a:ext>
            </a:extLst>
          </p:cNvPr>
          <p:cNvSpPr/>
          <p:nvPr/>
        </p:nvSpPr>
        <p:spPr>
          <a:xfrm>
            <a:off x="460504" y="759528"/>
            <a:ext cx="11344317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A51F392-8BF7-42AA-9809-B9D18E2F481D}"/>
              </a:ext>
            </a:extLst>
          </p:cNvPr>
          <p:cNvSpPr/>
          <p:nvPr/>
        </p:nvSpPr>
        <p:spPr>
          <a:xfrm>
            <a:off x="11058061" y="4379786"/>
            <a:ext cx="325120" cy="330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6DD3FE1-9D2F-48D8-BBDD-A5CE6FEEEB06}"/>
              </a:ext>
            </a:extLst>
          </p:cNvPr>
          <p:cNvSpPr/>
          <p:nvPr/>
        </p:nvSpPr>
        <p:spPr>
          <a:xfrm>
            <a:off x="6023489" y="3793877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A626694-68F9-4E3A-841D-EFCE7519440D}"/>
              </a:ext>
            </a:extLst>
          </p:cNvPr>
          <p:cNvSpPr/>
          <p:nvPr/>
        </p:nvSpPr>
        <p:spPr>
          <a:xfrm>
            <a:off x="4992453" y="4461733"/>
            <a:ext cx="71120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09753A1-C471-4BE2-882A-94313847B8B1}"/>
              </a:ext>
            </a:extLst>
          </p:cNvPr>
          <p:cNvSpPr/>
          <p:nvPr/>
        </p:nvSpPr>
        <p:spPr>
          <a:xfrm>
            <a:off x="6859785" y="2062728"/>
            <a:ext cx="71120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2ECADAD-8183-4E09-9730-CBDFF6E0715D}"/>
              </a:ext>
            </a:extLst>
          </p:cNvPr>
          <p:cNvSpPr/>
          <p:nvPr/>
        </p:nvSpPr>
        <p:spPr>
          <a:xfrm>
            <a:off x="6526262" y="1094808"/>
            <a:ext cx="325120" cy="113556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DA43481-5FBF-4C0A-866F-AC1B98479F32}"/>
              </a:ext>
            </a:extLst>
          </p:cNvPr>
          <p:cNvSpPr/>
          <p:nvPr/>
        </p:nvSpPr>
        <p:spPr>
          <a:xfrm>
            <a:off x="6366343" y="3938888"/>
            <a:ext cx="319837" cy="22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27E0685-24D1-4833-9BD6-896A36C0E80B}"/>
              </a:ext>
            </a:extLst>
          </p:cNvPr>
          <p:cNvSpPr/>
          <p:nvPr/>
        </p:nvSpPr>
        <p:spPr>
          <a:xfrm>
            <a:off x="7739112" y="3938888"/>
            <a:ext cx="319837" cy="22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94FD6A3-6A1E-4190-A9B9-B67B56ED46F9}"/>
              </a:ext>
            </a:extLst>
          </p:cNvPr>
          <p:cNvSpPr/>
          <p:nvPr/>
        </p:nvSpPr>
        <p:spPr>
          <a:xfrm>
            <a:off x="6023489" y="3434001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732239B-8819-4DC0-8575-6EF51EE11563}"/>
              </a:ext>
            </a:extLst>
          </p:cNvPr>
          <p:cNvSpPr/>
          <p:nvPr/>
        </p:nvSpPr>
        <p:spPr>
          <a:xfrm>
            <a:off x="6023489" y="3054667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E479010-F012-476D-BCFD-A5B261B1B22B}"/>
              </a:ext>
            </a:extLst>
          </p:cNvPr>
          <p:cNvSpPr/>
          <p:nvPr/>
        </p:nvSpPr>
        <p:spPr>
          <a:xfrm>
            <a:off x="5188134" y="4237412"/>
            <a:ext cx="319837" cy="22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10E34A5-DD59-4014-B0E5-56A04C15FC7A}"/>
              </a:ext>
            </a:extLst>
          </p:cNvPr>
          <p:cNvSpPr/>
          <p:nvPr/>
        </p:nvSpPr>
        <p:spPr>
          <a:xfrm>
            <a:off x="7570985" y="1098343"/>
            <a:ext cx="325120" cy="113556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6D405EA2-6396-46F1-A44C-E3896DA0CED6}"/>
              </a:ext>
            </a:extLst>
          </p:cNvPr>
          <p:cNvSpPr/>
          <p:nvPr/>
        </p:nvSpPr>
        <p:spPr>
          <a:xfrm>
            <a:off x="2218724" y="4461734"/>
            <a:ext cx="805654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B421D39-FF5B-4293-960F-8F1E218C1FD2}"/>
              </a:ext>
            </a:extLst>
          </p:cNvPr>
          <p:cNvSpPr/>
          <p:nvPr/>
        </p:nvSpPr>
        <p:spPr>
          <a:xfrm>
            <a:off x="3758907" y="4461733"/>
            <a:ext cx="71120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8DAE2CC-92F9-4C63-A5EF-DE1F2F701242}"/>
              </a:ext>
            </a:extLst>
          </p:cNvPr>
          <p:cNvSpPr/>
          <p:nvPr/>
        </p:nvSpPr>
        <p:spPr>
          <a:xfrm>
            <a:off x="1495907" y="4461735"/>
            <a:ext cx="722817" cy="335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774A767-EB02-4E24-B3A2-D534AAAFD4E6}"/>
              </a:ext>
            </a:extLst>
          </p:cNvPr>
          <p:cNvSpPr/>
          <p:nvPr/>
        </p:nvSpPr>
        <p:spPr>
          <a:xfrm>
            <a:off x="1502241" y="4797013"/>
            <a:ext cx="325120" cy="119340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61C09F4-D319-4C5A-BB68-722FB6F9C57F}"/>
              </a:ext>
            </a:extLst>
          </p:cNvPr>
          <p:cNvSpPr/>
          <p:nvPr/>
        </p:nvSpPr>
        <p:spPr>
          <a:xfrm>
            <a:off x="3023672" y="4468015"/>
            <a:ext cx="340116" cy="328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E3B54A4D-D3A6-4548-B841-2AA88C20905C}"/>
              </a:ext>
            </a:extLst>
          </p:cNvPr>
          <p:cNvSpPr/>
          <p:nvPr/>
        </p:nvSpPr>
        <p:spPr>
          <a:xfrm>
            <a:off x="3378164" y="4461733"/>
            <a:ext cx="382557" cy="335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738037B-9369-4A89-A451-5D257575E690}"/>
              </a:ext>
            </a:extLst>
          </p:cNvPr>
          <p:cNvSpPr/>
          <p:nvPr/>
        </p:nvSpPr>
        <p:spPr>
          <a:xfrm>
            <a:off x="2466283" y="4126453"/>
            <a:ext cx="340116" cy="3352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3EEAAFF-AC70-458C-A849-FDAB992D5CB3}"/>
              </a:ext>
            </a:extLst>
          </p:cNvPr>
          <p:cNvSpPr/>
          <p:nvPr/>
        </p:nvSpPr>
        <p:spPr>
          <a:xfrm>
            <a:off x="7055466" y="5766099"/>
            <a:ext cx="319837" cy="22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665E03FD-FB10-4A4F-8A5E-6267F6DA00BE}"/>
              </a:ext>
            </a:extLst>
          </p:cNvPr>
          <p:cNvSpPr/>
          <p:nvPr/>
        </p:nvSpPr>
        <p:spPr>
          <a:xfrm>
            <a:off x="8752247" y="2402017"/>
            <a:ext cx="1263121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FE1560A-684E-4AA2-9A68-68D4C80AD031}"/>
              </a:ext>
            </a:extLst>
          </p:cNvPr>
          <p:cNvSpPr/>
          <p:nvPr/>
        </p:nvSpPr>
        <p:spPr>
          <a:xfrm>
            <a:off x="8752247" y="2737297"/>
            <a:ext cx="319837" cy="128043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3478F849-DD56-41C8-BCDE-6CCB273B4E92}"/>
              </a:ext>
            </a:extLst>
          </p:cNvPr>
          <p:cNvSpPr/>
          <p:nvPr/>
        </p:nvSpPr>
        <p:spPr>
          <a:xfrm>
            <a:off x="9695531" y="2741395"/>
            <a:ext cx="319837" cy="128043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2509FFE1-FC2F-4755-8B05-02D9BE276518}"/>
              </a:ext>
            </a:extLst>
          </p:cNvPr>
          <p:cNvSpPr/>
          <p:nvPr/>
        </p:nvSpPr>
        <p:spPr>
          <a:xfrm>
            <a:off x="8981485" y="4878658"/>
            <a:ext cx="71120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184862F-FBB1-462D-8420-DFE006126280}"/>
              </a:ext>
            </a:extLst>
          </p:cNvPr>
          <p:cNvSpPr/>
          <p:nvPr/>
        </p:nvSpPr>
        <p:spPr>
          <a:xfrm>
            <a:off x="460503" y="1094808"/>
            <a:ext cx="4251345" cy="10968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6475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3">
            <a:extLst>
              <a:ext uri="{FF2B5EF4-FFF2-40B4-BE49-F238E27FC236}">
                <a16:creationId xmlns:a16="http://schemas.microsoft.com/office/drawing/2014/main" id="{17794933-92A8-99DC-406D-4E2B3C5A967B}"/>
              </a:ext>
            </a:extLst>
          </p:cNvPr>
          <p:cNvSpPr/>
          <p:nvPr/>
        </p:nvSpPr>
        <p:spPr>
          <a:xfrm>
            <a:off x="460504" y="5990420"/>
            <a:ext cx="11344317" cy="7112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4">
            <a:extLst>
              <a:ext uri="{FF2B5EF4-FFF2-40B4-BE49-F238E27FC236}">
                <a16:creationId xmlns:a16="http://schemas.microsoft.com/office/drawing/2014/main" id="{B6A4EABD-71B4-76E9-3843-95DADAA229ED}"/>
              </a:ext>
            </a:extLst>
          </p:cNvPr>
          <p:cNvSpPr/>
          <p:nvPr/>
        </p:nvSpPr>
        <p:spPr>
          <a:xfrm>
            <a:off x="6023490" y="4163209"/>
            <a:ext cx="2035460" cy="1827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5">
            <a:extLst>
              <a:ext uri="{FF2B5EF4-FFF2-40B4-BE49-F238E27FC236}">
                <a16:creationId xmlns:a16="http://schemas.microsoft.com/office/drawing/2014/main" id="{EDF22B0C-8C46-7C2C-906F-4AEE39D92364}"/>
              </a:ext>
            </a:extLst>
          </p:cNvPr>
          <p:cNvSpPr/>
          <p:nvPr/>
        </p:nvSpPr>
        <p:spPr>
          <a:xfrm>
            <a:off x="460504" y="4461734"/>
            <a:ext cx="1047020" cy="15286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7">
            <a:extLst>
              <a:ext uri="{FF2B5EF4-FFF2-40B4-BE49-F238E27FC236}">
                <a16:creationId xmlns:a16="http://schemas.microsoft.com/office/drawing/2014/main" id="{6B6EA446-5DEC-3800-963A-607F6DA107AC}"/>
              </a:ext>
            </a:extLst>
          </p:cNvPr>
          <p:cNvSpPr/>
          <p:nvPr/>
        </p:nvSpPr>
        <p:spPr>
          <a:xfrm>
            <a:off x="10636421" y="4709986"/>
            <a:ext cx="1168400" cy="12804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8">
            <a:extLst>
              <a:ext uri="{FF2B5EF4-FFF2-40B4-BE49-F238E27FC236}">
                <a16:creationId xmlns:a16="http://schemas.microsoft.com/office/drawing/2014/main" id="{697317A1-689B-8BA7-0C20-5F25C25A0603}"/>
              </a:ext>
            </a:extLst>
          </p:cNvPr>
          <p:cNvSpPr/>
          <p:nvPr/>
        </p:nvSpPr>
        <p:spPr>
          <a:xfrm>
            <a:off x="7088385" y="1436818"/>
            <a:ext cx="254000" cy="203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9">
            <a:extLst>
              <a:ext uri="{FF2B5EF4-FFF2-40B4-BE49-F238E27FC236}">
                <a16:creationId xmlns:a16="http://schemas.microsoft.com/office/drawing/2014/main" id="{92968039-F3ED-599F-9271-CD1EADEC1883}"/>
              </a:ext>
            </a:extLst>
          </p:cNvPr>
          <p:cNvSpPr/>
          <p:nvPr/>
        </p:nvSpPr>
        <p:spPr>
          <a:xfrm>
            <a:off x="10316584" y="5766099"/>
            <a:ext cx="319837" cy="22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25">
            <a:extLst>
              <a:ext uri="{FF2B5EF4-FFF2-40B4-BE49-F238E27FC236}">
                <a16:creationId xmlns:a16="http://schemas.microsoft.com/office/drawing/2014/main" id="{974E66B5-7D6B-15F0-7974-6E81E01EE8AE}"/>
              </a:ext>
            </a:extLst>
          </p:cNvPr>
          <p:cNvSpPr txBox="1"/>
          <p:nvPr/>
        </p:nvSpPr>
        <p:spPr>
          <a:xfrm>
            <a:off x="373967" y="293676"/>
            <a:ext cx="1800493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kumimoji="1" lang="ja-JP" altLang="en-US">
                <a:ea typeface="游ゴシック"/>
              </a:rPr>
              <a:t>ステージ２</a:t>
            </a:r>
            <a:r>
              <a:rPr lang="ja-JP" altLang="en-US">
                <a:ea typeface="游ゴシック"/>
              </a:rPr>
              <a:t>改良</a:t>
            </a:r>
            <a:endParaRPr kumimoji="1" lang="ja-JP" altLang="en-US"/>
          </a:p>
        </p:txBody>
      </p:sp>
      <p:sp>
        <p:nvSpPr>
          <p:cNvPr id="19" name="正方形/長方形 14">
            <a:extLst>
              <a:ext uri="{FF2B5EF4-FFF2-40B4-BE49-F238E27FC236}">
                <a16:creationId xmlns:a16="http://schemas.microsoft.com/office/drawing/2014/main" id="{28C98BAB-D30B-2A0B-6D42-4D81AD7778C9}"/>
              </a:ext>
            </a:extLst>
          </p:cNvPr>
          <p:cNvSpPr/>
          <p:nvPr/>
        </p:nvSpPr>
        <p:spPr>
          <a:xfrm>
            <a:off x="460504" y="759528"/>
            <a:ext cx="11344317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15">
            <a:extLst>
              <a:ext uri="{FF2B5EF4-FFF2-40B4-BE49-F238E27FC236}">
                <a16:creationId xmlns:a16="http://schemas.microsoft.com/office/drawing/2014/main" id="{B3A80F6A-15A9-EE54-ECB6-3922D4BE9556}"/>
              </a:ext>
            </a:extLst>
          </p:cNvPr>
          <p:cNvSpPr/>
          <p:nvPr/>
        </p:nvSpPr>
        <p:spPr>
          <a:xfrm>
            <a:off x="11058061" y="4379786"/>
            <a:ext cx="325120" cy="330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17">
            <a:extLst>
              <a:ext uri="{FF2B5EF4-FFF2-40B4-BE49-F238E27FC236}">
                <a16:creationId xmlns:a16="http://schemas.microsoft.com/office/drawing/2014/main" id="{C1FC64AF-3293-BC95-4EF1-2C959F0E5013}"/>
              </a:ext>
            </a:extLst>
          </p:cNvPr>
          <p:cNvSpPr/>
          <p:nvPr/>
        </p:nvSpPr>
        <p:spPr>
          <a:xfrm>
            <a:off x="6023489" y="3793877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18">
            <a:extLst>
              <a:ext uri="{FF2B5EF4-FFF2-40B4-BE49-F238E27FC236}">
                <a16:creationId xmlns:a16="http://schemas.microsoft.com/office/drawing/2014/main" id="{357E5175-E8CD-E325-9A74-632F14B146E9}"/>
              </a:ext>
            </a:extLst>
          </p:cNvPr>
          <p:cNvSpPr/>
          <p:nvPr/>
        </p:nvSpPr>
        <p:spPr>
          <a:xfrm>
            <a:off x="4992453" y="4461733"/>
            <a:ext cx="71120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19">
            <a:extLst>
              <a:ext uri="{FF2B5EF4-FFF2-40B4-BE49-F238E27FC236}">
                <a16:creationId xmlns:a16="http://schemas.microsoft.com/office/drawing/2014/main" id="{4572EDD0-FAF1-332B-1D01-891E29F546A3}"/>
              </a:ext>
            </a:extLst>
          </p:cNvPr>
          <p:cNvSpPr/>
          <p:nvPr/>
        </p:nvSpPr>
        <p:spPr>
          <a:xfrm>
            <a:off x="6859785" y="2062728"/>
            <a:ext cx="71120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0">
            <a:extLst>
              <a:ext uri="{FF2B5EF4-FFF2-40B4-BE49-F238E27FC236}">
                <a16:creationId xmlns:a16="http://schemas.microsoft.com/office/drawing/2014/main" id="{4896E263-6D0E-3E15-98F7-6E0A046F0114}"/>
              </a:ext>
            </a:extLst>
          </p:cNvPr>
          <p:cNvSpPr/>
          <p:nvPr/>
        </p:nvSpPr>
        <p:spPr>
          <a:xfrm>
            <a:off x="6526262" y="1094808"/>
            <a:ext cx="325120" cy="113556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21">
            <a:extLst>
              <a:ext uri="{FF2B5EF4-FFF2-40B4-BE49-F238E27FC236}">
                <a16:creationId xmlns:a16="http://schemas.microsoft.com/office/drawing/2014/main" id="{2A3356BE-9FB5-69C0-71BD-7F379A0F9385}"/>
              </a:ext>
            </a:extLst>
          </p:cNvPr>
          <p:cNvSpPr/>
          <p:nvPr/>
        </p:nvSpPr>
        <p:spPr>
          <a:xfrm>
            <a:off x="6366343" y="3938888"/>
            <a:ext cx="319837" cy="22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22">
            <a:extLst>
              <a:ext uri="{FF2B5EF4-FFF2-40B4-BE49-F238E27FC236}">
                <a16:creationId xmlns:a16="http://schemas.microsoft.com/office/drawing/2014/main" id="{7359FD8E-F5D9-D6AD-EC69-5313AA7658F9}"/>
              </a:ext>
            </a:extLst>
          </p:cNvPr>
          <p:cNvSpPr/>
          <p:nvPr/>
        </p:nvSpPr>
        <p:spPr>
          <a:xfrm>
            <a:off x="7739112" y="3938888"/>
            <a:ext cx="319837" cy="22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23">
            <a:extLst>
              <a:ext uri="{FF2B5EF4-FFF2-40B4-BE49-F238E27FC236}">
                <a16:creationId xmlns:a16="http://schemas.microsoft.com/office/drawing/2014/main" id="{B3B03894-1637-1EC6-92AD-C941C199CCED}"/>
              </a:ext>
            </a:extLst>
          </p:cNvPr>
          <p:cNvSpPr/>
          <p:nvPr/>
        </p:nvSpPr>
        <p:spPr>
          <a:xfrm>
            <a:off x="6023489" y="3434001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24">
            <a:extLst>
              <a:ext uri="{FF2B5EF4-FFF2-40B4-BE49-F238E27FC236}">
                <a16:creationId xmlns:a16="http://schemas.microsoft.com/office/drawing/2014/main" id="{174C4D44-4F4D-D159-23BF-6DCD545783CC}"/>
              </a:ext>
            </a:extLst>
          </p:cNvPr>
          <p:cNvSpPr/>
          <p:nvPr/>
        </p:nvSpPr>
        <p:spPr>
          <a:xfrm>
            <a:off x="6023489" y="3054667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27">
            <a:extLst>
              <a:ext uri="{FF2B5EF4-FFF2-40B4-BE49-F238E27FC236}">
                <a16:creationId xmlns:a16="http://schemas.microsoft.com/office/drawing/2014/main" id="{1049B85F-F638-37CC-A842-79A2534438C4}"/>
              </a:ext>
            </a:extLst>
          </p:cNvPr>
          <p:cNvSpPr/>
          <p:nvPr/>
        </p:nvSpPr>
        <p:spPr>
          <a:xfrm>
            <a:off x="5188134" y="4237412"/>
            <a:ext cx="319837" cy="22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29">
            <a:extLst>
              <a:ext uri="{FF2B5EF4-FFF2-40B4-BE49-F238E27FC236}">
                <a16:creationId xmlns:a16="http://schemas.microsoft.com/office/drawing/2014/main" id="{5D049ABF-A69A-0DA5-C242-FB4A2503208F}"/>
              </a:ext>
            </a:extLst>
          </p:cNvPr>
          <p:cNvSpPr/>
          <p:nvPr/>
        </p:nvSpPr>
        <p:spPr>
          <a:xfrm>
            <a:off x="7570985" y="1098343"/>
            <a:ext cx="325120" cy="113556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30">
            <a:extLst>
              <a:ext uri="{FF2B5EF4-FFF2-40B4-BE49-F238E27FC236}">
                <a16:creationId xmlns:a16="http://schemas.microsoft.com/office/drawing/2014/main" id="{CEF5DE5F-28B4-1F31-B479-6E3526B28711}"/>
              </a:ext>
            </a:extLst>
          </p:cNvPr>
          <p:cNvSpPr/>
          <p:nvPr/>
        </p:nvSpPr>
        <p:spPr>
          <a:xfrm>
            <a:off x="2218724" y="4461734"/>
            <a:ext cx="805654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31">
            <a:extLst>
              <a:ext uri="{FF2B5EF4-FFF2-40B4-BE49-F238E27FC236}">
                <a16:creationId xmlns:a16="http://schemas.microsoft.com/office/drawing/2014/main" id="{ED0A80C2-36B7-6A79-FA77-5BE63BBB2996}"/>
              </a:ext>
            </a:extLst>
          </p:cNvPr>
          <p:cNvSpPr/>
          <p:nvPr/>
        </p:nvSpPr>
        <p:spPr>
          <a:xfrm>
            <a:off x="3758907" y="4461733"/>
            <a:ext cx="71120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32">
            <a:extLst>
              <a:ext uri="{FF2B5EF4-FFF2-40B4-BE49-F238E27FC236}">
                <a16:creationId xmlns:a16="http://schemas.microsoft.com/office/drawing/2014/main" id="{212B9413-6674-3376-3142-16B0C1B3A0C8}"/>
              </a:ext>
            </a:extLst>
          </p:cNvPr>
          <p:cNvSpPr/>
          <p:nvPr/>
        </p:nvSpPr>
        <p:spPr>
          <a:xfrm>
            <a:off x="1495907" y="4461735"/>
            <a:ext cx="722817" cy="335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33">
            <a:extLst>
              <a:ext uri="{FF2B5EF4-FFF2-40B4-BE49-F238E27FC236}">
                <a16:creationId xmlns:a16="http://schemas.microsoft.com/office/drawing/2014/main" id="{48C81BCE-8A99-D1C1-50ED-1A9D4E8CC3BC}"/>
              </a:ext>
            </a:extLst>
          </p:cNvPr>
          <p:cNvSpPr/>
          <p:nvPr/>
        </p:nvSpPr>
        <p:spPr>
          <a:xfrm>
            <a:off x="1502241" y="4797013"/>
            <a:ext cx="325120" cy="119340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34">
            <a:extLst>
              <a:ext uri="{FF2B5EF4-FFF2-40B4-BE49-F238E27FC236}">
                <a16:creationId xmlns:a16="http://schemas.microsoft.com/office/drawing/2014/main" id="{00F7BE1B-7408-AA04-C707-A7F025E5DE9B}"/>
              </a:ext>
            </a:extLst>
          </p:cNvPr>
          <p:cNvSpPr/>
          <p:nvPr/>
        </p:nvSpPr>
        <p:spPr>
          <a:xfrm>
            <a:off x="3023672" y="4468015"/>
            <a:ext cx="340116" cy="328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35">
            <a:extLst>
              <a:ext uri="{FF2B5EF4-FFF2-40B4-BE49-F238E27FC236}">
                <a16:creationId xmlns:a16="http://schemas.microsoft.com/office/drawing/2014/main" id="{4C36C1B2-BB6F-EBEC-55B4-F553C7C34785}"/>
              </a:ext>
            </a:extLst>
          </p:cNvPr>
          <p:cNvSpPr/>
          <p:nvPr/>
        </p:nvSpPr>
        <p:spPr>
          <a:xfrm>
            <a:off x="3378164" y="4461733"/>
            <a:ext cx="382557" cy="335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36">
            <a:extLst>
              <a:ext uri="{FF2B5EF4-FFF2-40B4-BE49-F238E27FC236}">
                <a16:creationId xmlns:a16="http://schemas.microsoft.com/office/drawing/2014/main" id="{C533096C-8EA7-B53A-2E61-EEB2F2C713BD}"/>
              </a:ext>
            </a:extLst>
          </p:cNvPr>
          <p:cNvSpPr/>
          <p:nvPr/>
        </p:nvSpPr>
        <p:spPr>
          <a:xfrm>
            <a:off x="2466283" y="4126453"/>
            <a:ext cx="340116" cy="3352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37">
            <a:extLst>
              <a:ext uri="{FF2B5EF4-FFF2-40B4-BE49-F238E27FC236}">
                <a16:creationId xmlns:a16="http://schemas.microsoft.com/office/drawing/2014/main" id="{2B8C5D80-9D9B-45D4-5398-1B79E82C0E44}"/>
              </a:ext>
            </a:extLst>
          </p:cNvPr>
          <p:cNvSpPr/>
          <p:nvPr/>
        </p:nvSpPr>
        <p:spPr>
          <a:xfrm>
            <a:off x="7055466" y="5766099"/>
            <a:ext cx="319837" cy="22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39">
            <a:extLst>
              <a:ext uri="{FF2B5EF4-FFF2-40B4-BE49-F238E27FC236}">
                <a16:creationId xmlns:a16="http://schemas.microsoft.com/office/drawing/2014/main" id="{0D668C7D-3EC7-744A-1504-12776E48646E}"/>
              </a:ext>
            </a:extLst>
          </p:cNvPr>
          <p:cNvSpPr/>
          <p:nvPr/>
        </p:nvSpPr>
        <p:spPr>
          <a:xfrm>
            <a:off x="8752247" y="2402017"/>
            <a:ext cx="1263121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40">
            <a:extLst>
              <a:ext uri="{FF2B5EF4-FFF2-40B4-BE49-F238E27FC236}">
                <a16:creationId xmlns:a16="http://schemas.microsoft.com/office/drawing/2014/main" id="{C86D1EBD-3E02-B208-9D4E-9C643A967098}"/>
              </a:ext>
            </a:extLst>
          </p:cNvPr>
          <p:cNvSpPr/>
          <p:nvPr/>
        </p:nvSpPr>
        <p:spPr>
          <a:xfrm>
            <a:off x="8752247" y="2737297"/>
            <a:ext cx="319837" cy="128043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41">
            <a:extLst>
              <a:ext uri="{FF2B5EF4-FFF2-40B4-BE49-F238E27FC236}">
                <a16:creationId xmlns:a16="http://schemas.microsoft.com/office/drawing/2014/main" id="{D6FEC242-DF78-9B91-3ADA-D0C0BC2829F3}"/>
              </a:ext>
            </a:extLst>
          </p:cNvPr>
          <p:cNvSpPr/>
          <p:nvPr/>
        </p:nvSpPr>
        <p:spPr>
          <a:xfrm>
            <a:off x="9695531" y="2741395"/>
            <a:ext cx="319837" cy="128043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43">
            <a:extLst>
              <a:ext uri="{FF2B5EF4-FFF2-40B4-BE49-F238E27FC236}">
                <a16:creationId xmlns:a16="http://schemas.microsoft.com/office/drawing/2014/main" id="{BA3D344E-E412-7034-0B61-54146BCCC436}"/>
              </a:ext>
            </a:extLst>
          </p:cNvPr>
          <p:cNvSpPr/>
          <p:nvPr/>
        </p:nvSpPr>
        <p:spPr>
          <a:xfrm>
            <a:off x="460503" y="1094808"/>
            <a:ext cx="4251345" cy="10968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F11E9E2B-8072-4E1A-2C3B-630C640E5945}"/>
              </a:ext>
            </a:extLst>
          </p:cNvPr>
          <p:cNvSpPr/>
          <p:nvPr/>
        </p:nvSpPr>
        <p:spPr>
          <a:xfrm>
            <a:off x="8166582" y="4609141"/>
            <a:ext cx="812555" cy="6173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游ゴシック"/>
              </a:rPr>
              <a:t>消す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4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3C63E77-DB2D-438A-8439-DBCB8AA9BBB5}"/>
              </a:ext>
            </a:extLst>
          </p:cNvPr>
          <p:cNvSpPr/>
          <p:nvPr/>
        </p:nvSpPr>
        <p:spPr>
          <a:xfrm>
            <a:off x="159782" y="6020764"/>
            <a:ext cx="11872436" cy="7112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4D1157C-6C8E-4421-A269-842783797FB2}"/>
              </a:ext>
            </a:extLst>
          </p:cNvPr>
          <p:cNvSpPr/>
          <p:nvPr/>
        </p:nvSpPr>
        <p:spPr>
          <a:xfrm>
            <a:off x="159782" y="5154278"/>
            <a:ext cx="944880" cy="8664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5D07BD7-3212-4C4E-AB30-CF252F629575}"/>
              </a:ext>
            </a:extLst>
          </p:cNvPr>
          <p:cNvSpPr/>
          <p:nvPr/>
        </p:nvSpPr>
        <p:spPr>
          <a:xfrm>
            <a:off x="9559005" y="4721394"/>
            <a:ext cx="1346726" cy="3633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8DA78FD-3B03-4778-B6A0-B9B49C8F7AFD}"/>
              </a:ext>
            </a:extLst>
          </p:cNvPr>
          <p:cNvSpPr/>
          <p:nvPr/>
        </p:nvSpPr>
        <p:spPr>
          <a:xfrm>
            <a:off x="7764670" y="4698460"/>
            <a:ext cx="181032" cy="203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F360406-A88E-4280-A3A4-3AB65AB4F8D1}"/>
              </a:ext>
            </a:extLst>
          </p:cNvPr>
          <p:cNvSpPr/>
          <p:nvPr/>
        </p:nvSpPr>
        <p:spPr>
          <a:xfrm>
            <a:off x="6257780" y="5154277"/>
            <a:ext cx="944880" cy="86648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23637D7-9018-4905-A285-FF73F2381231}"/>
              </a:ext>
            </a:extLst>
          </p:cNvPr>
          <p:cNvSpPr/>
          <p:nvPr/>
        </p:nvSpPr>
        <p:spPr>
          <a:xfrm>
            <a:off x="8614126" y="3742513"/>
            <a:ext cx="944880" cy="65251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43124CD-8C9C-4F32-AC04-4F0790E891CF}"/>
              </a:ext>
            </a:extLst>
          </p:cNvPr>
          <p:cNvSpPr/>
          <p:nvPr/>
        </p:nvSpPr>
        <p:spPr>
          <a:xfrm>
            <a:off x="7219978" y="3742513"/>
            <a:ext cx="32009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C1A4B46-E06E-41A4-A87E-1C9835641057}"/>
              </a:ext>
            </a:extLst>
          </p:cNvPr>
          <p:cNvSpPr/>
          <p:nvPr/>
        </p:nvSpPr>
        <p:spPr>
          <a:xfrm>
            <a:off x="7902418" y="3742513"/>
            <a:ext cx="35427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0B5AAE1-D079-4EFC-8F9E-52881AA648FE}"/>
              </a:ext>
            </a:extLst>
          </p:cNvPr>
          <p:cNvSpPr/>
          <p:nvPr/>
        </p:nvSpPr>
        <p:spPr>
          <a:xfrm>
            <a:off x="7548729" y="3742634"/>
            <a:ext cx="34877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A0CEAA1-7724-495E-8161-98752411DD14}"/>
              </a:ext>
            </a:extLst>
          </p:cNvPr>
          <p:cNvSpPr/>
          <p:nvPr/>
        </p:nvSpPr>
        <p:spPr>
          <a:xfrm>
            <a:off x="8274010" y="3742513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552C49-A1B3-49C1-A0A6-1A3464399357}"/>
              </a:ext>
            </a:extLst>
          </p:cNvPr>
          <p:cNvSpPr/>
          <p:nvPr/>
        </p:nvSpPr>
        <p:spPr>
          <a:xfrm>
            <a:off x="9218890" y="5651432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CDF9912-2217-4FDD-BA45-F4FC419136EB}"/>
              </a:ext>
            </a:extLst>
          </p:cNvPr>
          <p:cNvSpPr/>
          <p:nvPr/>
        </p:nvSpPr>
        <p:spPr>
          <a:xfrm>
            <a:off x="10905731" y="4721396"/>
            <a:ext cx="195887" cy="129181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7B4F887-9B31-4C80-BBA1-C85ECE0C0B77}"/>
              </a:ext>
            </a:extLst>
          </p:cNvPr>
          <p:cNvSpPr/>
          <p:nvPr/>
        </p:nvSpPr>
        <p:spPr>
          <a:xfrm>
            <a:off x="8594312" y="5677933"/>
            <a:ext cx="340116" cy="3352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B6905CD-DDBB-44CD-9FC8-15D5A3FDFA16}"/>
              </a:ext>
            </a:extLst>
          </p:cNvPr>
          <p:cNvSpPr/>
          <p:nvPr/>
        </p:nvSpPr>
        <p:spPr>
          <a:xfrm>
            <a:off x="7210255" y="5154277"/>
            <a:ext cx="1376462" cy="86271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63DA16F-F05F-4B81-A1CD-F870DD6FF3E4}"/>
              </a:ext>
            </a:extLst>
          </p:cNvPr>
          <p:cNvSpPr/>
          <p:nvPr/>
        </p:nvSpPr>
        <p:spPr>
          <a:xfrm>
            <a:off x="9218888" y="4413764"/>
            <a:ext cx="340117" cy="8477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E86E16E-776E-46AB-8296-5FCCA3611D27}"/>
              </a:ext>
            </a:extLst>
          </p:cNvPr>
          <p:cNvSpPr/>
          <p:nvPr/>
        </p:nvSpPr>
        <p:spPr>
          <a:xfrm>
            <a:off x="9219006" y="5263718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CC44FE3-E9C2-4CB9-B141-E67272E0095F}"/>
              </a:ext>
            </a:extLst>
          </p:cNvPr>
          <p:cNvSpPr/>
          <p:nvPr/>
        </p:nvSpPr>
        <p:spPr>
          <a:xfrm>
            <a:off x="11116734" y="4721394"/>
            <a:ext cx="915484" cy="129937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403A8DB-52C1-4ED7-A329-A03398073174}"/>
              </a:ext>
            </a:extLst>
          </p:cNvPr>
          <p:cNvSpPr/>
          <p:nvPr/>
        </p:nvSpPr>
        <p:spPr>
          <a:xfrm>
            <a:off x="1119778" y="5602195"/>
            <a:ext cx="617057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CCF3C16-2A85-40A2-9751-AD796ECCDED8}"/>
              </a:ext>
            </a:extLst>
          </p:cNvPr>
          <p:cNvSpPr/>
          <p:nvPr/>
        </p:nvSpPr>
        <p:spPr>
          <a:xfrm>
            <a:off x="1736835" y="4721394"/>
            <a:ext cx="617057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4D801D9-F8B2-4E43-B1A0-0BDC45DAE44B}"/>
              </a:ext>
            </a:extLst>
          </p:cNvPr>
          <p:cNvSpPr/>
          <p:nvPr/>
        </p:nvSpPr>
        <p:spPr>
          <a:xfrm>
            <a:off x="5934221" y="5690564"/>
            <a:ext cx="325120" cy="330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1FCF64C-C146-46A1-B291-F15C6BB7F9EF}"/>
              </a:ext>
            </a:extLst>
          </p:cNvPr>
          <p:cNvSpPr/>
          <p:nvPr/>
        </p:nvSpPr>
        <p:spPr>
          <a:xfrm>
            <a:off x="2915902" y="4515361"/>
            <a:ext cx="617057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AF67531-20AA-492F-ACA1-AD24128927D0}"/>
              </a:ext>
            </a:extLst>
          </p:cNvPr>
          <p:cNvSpPr/>
          <p:nvPr/>
        </p:nvSpPr>
        <p:spPr>
          <a:xfrm>
            <a:off x="4094969" y="4307964"/>
            <a:ext cx="617057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6EFD1E3-BAB7-43A5-8150-1FB2D7A87390}"/>
              </a:ext>
            </a:extLst>
          </p:cNvPr>
          <p:cNvSpPr/>
          <p:nvPr/>
        </p:nvSpPr>
        <p:spPr>
          <a:xfrm>
            <a:off x="5232630" y="4068772"/>
            <a:ext cx="617057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D3F8D93-22F9-4AFF-878F-63BC0C24BFEC}"/>
              </a:ext>
            </a:extLst>
          </p:cNvPr>
          <p:cNvSpPr/>
          <p:nvPr/>
        </p:nvSpPr>
        <p:spPr>
          <a:xfrm>
            <a:off x="2353112" y="4721394"/>
            <a:ext cx="325120" cy="330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51E7AAA-A332-4D33-AE15-EF80A1351A8D}"/>
              </a:ext>
            </a:extLst>
          </p:cNvPr>
          <p:cNvSpPr/>
          <p:nvPr/>
        </p:nvSpPr>
        <p:spPr>
          <a:xfrm>
            <a:off x="4722500" y="4307964"/>
            <a:ext cx="325120" cy="330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CF30DF3-9701-4009-98FE-4A6312D4A727}"/>
              </a:ext>
            </a:extLst>
          </p:cNvPr>
          <p:cNvSpPr/>
          <p:nvPr/>
        </p:nvSpPr>
        <p:spPr>
          <a:xfrm>
            <a:off x="5864683" y="4063243"/>
            <a:ext cx="325120" cy="330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FF859FE-9E43-4452-9DB9-38F200CED88F}"/>
              </a:ext>
            </a:extLst>
          </p:cNvPr>
          <p:cNvSpPr/>
          <p:nvPr/>
        </p:nvSpPr>
        <p:spPr>
          <a:xfrm>
            <a:off x="3531398" y="4515418"/>
            <a:ext cx="325120" cy="330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6AAF12A-95BD-4B4D-BEA1-B27920392A75}"/>
              </a:ext>
            </a:extLst>
          </p:cNvPr>
          <p:cNvSpPr/>
          <p:nvPr/>
        </p:nvSpPr>
        <p:spPr>
          <a:xfrm>
            <a:off x="6257780" y="3742513"/>
            <a:ext cx="944880" cy="65093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5EE55DF-1291-42F1-AFB7-E4623ECB56A2}"/>
              </a:ext>
            </a:extLst>
          </p:cNvPr>
          <p:cNvSpPr/>
          <p:nvPr/>
        </p:nvSpPr>
        <p:spPr>
          <a:xfrm>
            <a:off x="6716281" y="4400993"/>
            <a:ext cx="488836" cy="74950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57BF657-D600-485C-A09F-CCA2C16EC542}"/>
              </a:ext>
            </a:extLst>
          </p:cNvPr>
          <p:cNvSpPr/>
          <p:nvPr/>
        </p:nvSpPr>
        <p:spPr>
          <a:xfrm>
            <a:off x="6361049" y="4817109"/>
            <a:ext cx="340116" cy="3352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D064A03-6F70-4387-AE95-B5A064113814}"/>
              </a:ext>
            </a:extLst>
          </p:cNvPr>
          <p:cNvSpPr/>
          <p:nvPr/>
        </p:nvSpPr>
        <p:spPr>
          <a:xfrm>
            <a:off x="9562359" y="4387533"/>
            <a:ext cx="325120" cy="330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EBA7D18-CD62-4520-8047-0BCCDDF9C4DE}"/>
              </a:ext>
            </a:extLst>
          </p:cNvPr>
          <p:cNvSpPr txBox="1"/>
          <p:nvPr/>
        </p:nvSpPr>
        <p:spPr>
          <a:xfrm>
            <a:off x="373967" y="29367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ステージ３前半</a:t>
            </a:r>
          </a:p>
        </p:txBody>
      </p:sp>
    </p:spTree>
    <p:extLst>
      <p:ext uri="{BB962C8B-B14F-4D97-AF65-F5344CB8AC3E}">
        <p14:creationId xmlns:p14="http://schemas.microsoft.com/office/powerpoint/2010/main" val="234426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BA20720-5FCD-44C0-97EE-C406AB3693F8}"/>
              </a:ext>
            </a:extLst>
          </p:cNvPr>
          <p:cNvSpPr/>
          <p:nvPr/>
        </p:nvSpPr>
        <p:spPr>
          <a:xfrm>
            <a:off x="159782" y="6020764"/>
            <a:ext cx="11872436" cy="7112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10EA3BD-CFFE-497B-AEFD-F95852A60C3D}"/>
              </a:ext>
            </a:extLst>
          </p:cNvPr>
          <p:cNvSpPr/>
          <p:nvPr/>
        </p:nvSpPr>
        <p:spPr>
          <a:xfrm>
            <a:off x="10285797" y="4721394"/>
            <a:ext cx="1746421" cy="129559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36D53D5-017F-4195-949B-5BF80D85BDD4}"/>
              </a:ext>
            </a:extLst>
          </p:cNvPr>
          <p:cNvSpPr/>
          <p:nvPr/>
        </p:nvSpPr>
        <p:spPr>
          <a:xfrm>
            <a:off x="9940066" y="5733826"/>
            <a:ext cx="345731" cy="2791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FF5B69-5BC4-410B-8665-7FB5FADD080A}"/>
              </a:ext>
            </a:extLst>
          </p:cNvPr>
          <p:cNvSpPr txBox="1"/>
          <p:nvPr/>
        </p:nvSpPr>
        <p:spPr>
          <a:xfrm>
            <a:off x="373967" y="29367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ステージ３後半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7160AA6-FC94-46EA-8278-E5F8C50C6EF4}"/>
              </a:ext>
            </a:extLst>
          </p:cNvPr>
          <p:cNvSpPr/>
          <p:nvPr/>
        </p:nvSpPr>
        <p:spPr>
          <a:xfrm>
            <a:off x="10995234" y="4385222"/>
            <a:ext cx="325120" cy="330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95A5232-858E-4A7B-88F1-BD2799A7F934}"/>
              </a:ext>
            </a:extLst>
          </p:cNvPr>
          <p:cNvSpPr/>
          <p:nvPr/>
        </p:nvSpPr>
        <p:spPr>
          <a:xfrm>
            <a:off x="3251374" y="3644139"/>
            <a:ext cx="325120" cy="88280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BD3E6AD-52A2-42CD-B928-3AEE0855507B}"/>
              </a:ext>
            </a:extLst>
          </p:cNvPr>
          <p:cNvSpPr/>
          <p:nvPr/>
        </p:nvSpPr>
        <p:spPr>
          <a:xfrm>
            <a:off x="159782" y="4717619"/>
            <a:ext cx="915484" cy="129937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17B5B78-096E-42E8-9D25-5054B1B0E09C}"/>
              </a:ext>
            </a:extLst>
          </p:cNvPr>
          <p:cNvSpPr/>
          <p:nvPr/>
        </p:nvSpPr>
        <p:spPr>
          <a:xfrm>
            <a:off x="1082802" y="5677741"/>
            <a:ext cx="340941" cy="3352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8F895210-E6FF-4AD9-98B9-673163923062}"/>
              </a:ext>
            </a:extLst>
          </p:cNvPr>
          <p:cNvSpPr/>
          <p:nvPr/>
        </p:nvSpPr>
        <p:spPr>
          <a:xfrm>
            <a:off x="1824648" y="4715422"/>
            <a:ext cx="617057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653E8607-07F3-49ED-B55A-364472927426}"/>
              </a:ext>
            </a:extLst>
          </p:cNvPr>
          <p:cNvSpPr/>
          <p:nvPr/>
        </p:nvSpPr>
        <p:spPr>
          <a:xfrm>
            <a:off x="3105406" y="3221603"/>
            <a:ext cx="617057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4850DBD-3B01-4A8E-BD80-9D4381E03AAD}"/>
              </a:ext>
            </a:extLst>
          </p:cNvPr>
          <p:cNvSpPr/>
          <p:nvPr/>
        </p:nvSpPr>
        <p:spPr>
          <a:xfrm>
            <a:off x="2441705" y="4714918"/>
            <a:ext cx="345731" cy="2791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0309663-6462-41D8-B71A-445B4AB45906}"/>
              </a:ext>
            </a:extLst>
          </p:cNvPr>
          <p:cNvSpPr/>
          <p:nvPr/>
        </p:nvSpPr>
        <p:spPr>
          <a:xfrm>
            <a:off x="4295468" y="3644139"/>
            <a:ext cx="325120" cy="88280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BE6526B-598E-409C-A7A3-0A71957D6E0A}"/>
              </a:ext>
            </a:extLst>
          </p:cNvPr>
          <p:cNvSpPr/>
          <p:nvPr/>
        </p:nvSpPr>
        <p:spPr>
          <a:xfrm>
            <a:off x="4149500" y="3221603"/>
            <a:ext cx="617057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7188A52-13E9-4BFC-B0C0-9A416E4CB9B9}"/>
              </a:ext>
            </a:extLst>
          </p:cNvPr>
          <p:cNvSpPr/>
          <p:nvPr/>
        </p:nvSpPr>
        <p:spPr>
          <a:xfrm>
            <a:off x="5361997" y="3644139"/>
            <a:ext cx="325120" cy="88280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2CFCBC44-1AA1-4280-8B36-F1A2173AB39D}"/>
              </a:ext>
            </a:extLst>
          </p:cNvPr>
          <p:cNvSpPr/>
          <p:nvPr/>
        </p:nvSpPr>
        <p:spPr>
          <a:xfrm>
            <a:off x="5216029" y="3221603"/>
            <a:ext cx="617057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6AA6C7D-9404-413F-9879-05DE0D806C53}"/>
              </a:ext>
            </a:extLst>
          </p:cNvPr>
          <p:cNvSpPr/>
          <p:nvPr/>
        </p:nvSpPr>
        <p:spPr>
          <a:xfrm>
            <a:off x="6147124" y="4674278"/>
            <a:ext cx="915484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CE11EDE6-DE0C-4764-9DFA-418195FD5BA4}"/>
              </a:ext>
            </a:extLst>
          </p:cNvPr>
          <p:cNvSpPr/>
          <p:nvPr/>
        </p:nvSpPr>
        <p:spPr>
          <a:xfrm>
            <a:off x="6141712" y="4333246"/>
            <a:ext cx="340941" cy="3352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4892B5D-11E0-4701-863C-62ABFF183C6D}"/>
              </a:ext>
            </a:extLst>
          </p:cNvPr>
          <p:cNvSpPr/>
          <p:nvPr/>
        </p:nvSpPr>
        <p:spPr>
          <a:xfrm>
            <a:off x="4269447" y="2878581"/>
            <a:ext cx="340116" cy="3352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631C78F-4D4E-4339-8D3E-7545FF6AB9E3}"/>
              </a:ext>
            </a:extLst>
          </p:cNvPr>
          <p:cNvSpPr/>
          <p:nvPr/>
        </p:nvSpPr>
        <p:spPr>
          <a:xfrm>
            <a:off x="6591185" y="2942449"/>
            <a:ext cx="471424" cy="17260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EFCFCA2-B290-4CB2-A95B-ACA9D5692C40}"/>
              </a:ext>
            </a:extLst>
          </p:cNvPr>
          <p:cNvSpPr/>
          <p:nvPr/>
        </p:nvSpPr>
        <p:spPr>
          <a:xfrm>
            <a:off x="6599604" y="2567365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1199942-AA1E-4F18-A897-E4254563B879}"/>
              </a:ext>
            </a:extLst>
          </p:cNvPr>
          <p:cNvSpPr/>
          <p:nvPr/>
        </p:nvSpPr>
        <p:spPr>
          <a:xfrm>
            <a:off x="6601345" y="2182121"/>
            <a:ext cx="339070" cy="3896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9A5A7F1E-EA1E-4DB2-ABFD-913743427AAF}"/>
              </a:ext>
            </a:extLst>
          </p:cNvPr>
          <p:cNvSpPr/>
          <p:nvPr/>
        </p:nvSpPr>
        <p:spPr>
          <a:xfrm>
            <a:off x="6599604" y="1817197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B60D8DA9-CF2A-44C9-823A-97B403D0533E}"/>
              </a:ext>
            </a:extLst>
          </p:cNvPr>
          <p:cNvSpPr/>
          <p:nvPr/>
        </p:nvSpPr>
        <p:spPr>
          <a:xfrm>
            <a:off x="7071028" y="2948306"/>
            <a:ext cx="407257" cy="4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C9BB1BD7-D063-4770-B759-3E4BF6B76FBF}"/>
              </a:ext>
            </a:extLst>
          </p:cNvPr>
          <p:cNvSpPr/>
          <p:nvPr/>
        </p:nvSpPr>
        <p:spPr>
          <a:xfrm>
            <a:off x="8420384" y="4526944"/>
            <a:ext cx="471424" cy="14938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34CAF7E-8751-4A07-AAF0-B09C3C42C427}"/>
              </a:ext>
            </a:extLst>
          </p:cNvPr>
          <p:cNvSpPr/>
          <p:nvPr/>
        </p:nvSpPr>
        <p:spPr>
          <a:xfrm>
            <a:off x="5217234" y="2948306"/>
            <a:ext cx="345731" cy="2791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3D1833D1-F31D-49B2-9407-2F47A692C651}"/>
              </a:ext>
            </a:extLst>
          </p:cNvPr>
          <p:cNvSpPr/>
          <p:nvPr/>
        </p:nvSpPr>
        <p:spPr>
          <a:xfrm>
            <a:off x="8070798" y="5741569"/>
            <a:ext cx="345731" cy="2791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89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B2F124F2BF53C4FBAE98893AAB88401" ma:contentTypeVersion="12" ma:contentTypeDescription="新しいドキュメントを作成します。" ma:contentTypeScope="" ma:versionID="a37ea6e29fcce194e09686b3dc47e6ab">
  <xsd:schema xmlns:xsd="http://www.w3.org/2001/XMLSchema" xmlns:xs="http://www.w3.org/2001/XMLSchema" xmlns:p="http://schemas.microsoft.com/office/2006/metadata/properties" xmlns:ns2="d39827be-c99b-4bb1-959b-a4b46aebce25" xmlns:ns3="e92ada25-2dd7-48fc-9c24-e8f006fde88d" targetNamespace="http://schemas.microsoft.com/office/2006/metadata/properties" ma:root="true" ma:fieldsID="897c7b5d75468042cb6afc098f39298b" ns2:_="" ns3:_="">
    <xsd:import namespace="d39827be-c99b-4bb1-959b-a4b46aebce25"/>
    <xsd:import namespace="e92ada25-2dd7-48fc-9c24-e8f006fde8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9827be-c99b-4bb1-959b-a4b46aebce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ada25-2dd7-48fc-9c24-e8f006fde88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84e696b-dc80-428b-acce-24b043f138af}" ma:internalName="TaxCatchAll" ma:showField="CatchAllData" ma:web="e92ada25-2dd7-48fc-9c24-e8f006fde8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9827be-c99b-4bb1-959b-a4b46aebce25">
      <Terms xmlns="http://schemas.microsoft.com/office/infopath/2007/PartnerControls"/>
    </lcf76f155ced4ddcb4097134ff3c332f>
    <TaxCatchAll xmlns="e92ada25-2dd7-48fc-9c24-e8f006fde88d" xsi:nil="true"/>
  </documentManagement>
</p:properties>
</file>

<file path=customXml/itemProps1.xml><?xml version="1.0" encoding="utf-8"?>
<ds:datastoreItem xmlns:ds="http://schemas.openxmlformats.org/officeDocument/2006/customXml" ds:itemID="{56957C03-38C4-4BC5-A6E9-08A9EBA108E3}">
  <ds:schemaRefs>
    <ds:schemaRef ds:uri="d39827be-c99b-4bb1-959b-a4b46aebce25"/>
    <ds:schemaRef ds:uri="e92ada25-2dd7-48fc-9c24-e8f006fde8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05F7114-AB78-43CF-A4D4-D00A16C054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CF5DC2-0033-475D-82CE-B7257AAF5F87}">
  <ds:schemaRefs>
    <ds:schemaRef ds:uri="d39827be-c99b-4bb1-959b-a4b46aebce25"/>
    <ds:schemaRef ds:uri="e92ada25-2dd7-48fc-9c24-e8f006fde88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石坂　隼翔</dc:creator>
  <cp:revision>1</cp:revision>
  <dcterms:created xsi:type="dcterms:W3CDTF">2026-09-02T03:20:56Z</dcterms:created>
  <dcterms:modified xsi:type="dcterms:W3CDTF">2026-09-11T03:06:16Z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0x0101007B2F124F2BF53C4FBAE98893AAB88401</vt:lpwstr>
  </property>
  <property fmtid="{D5CDD505-2E9C-101B-9397-08002B2CF9AE}" pid="3" name="MediaServiceImageTags">
    <vt:lpwstr/>
  </property>
</Properties>
</file>