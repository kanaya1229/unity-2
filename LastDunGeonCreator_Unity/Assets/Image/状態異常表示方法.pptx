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10" Type="http://schemas.openxmlformats.org/officeDocument/2006/relationships/customXml" Target="../customXml/item3.xml"/><Relationship Id="rId4" Type="http://schemas.openxmlformats.org/officeDocument/2006/relationships/viewProps" Target="viewProps.xml"/><Relationship Id="rId9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石坂　隼翔" userId="9d23e5a3-ba41-4296-9c9f-59c0047cb235" providerId="ADAL" clId="{D3BAB944-21B9-45C5-8613-0AE3405E1989}"/>
    <pc:docChg chg="custSel modSld">
      <pc:chgData name="石坂　隼翔" userId="9d23e5a3-ba41-4296-9c9f-59c0047cb235" providerId="ADAL" clId="{D3BAB944-21B9-45C5-8613-0AE3405E1989}" dt="2026-09-11T01:09:34.316" v="11" actId="20577"/>
      <pc:docMkLst>
        <pc:docMk/>
      </pc:docMkLst>
      <pc:sldChg chg="addSp delSp modSp mod">
        <pc:chgData name="石坂　隼翔" userId="9d23e5a3-ba41-4296-9c9f-59c0047cb235" providerId="ADAL" clId="{D3BAB944-21B9-45C5-8613-0AE3405E1989}" dt="2026-09-11T01:09:34.316" v="11" actId="20577"/>
        <pc:sldMkLst>
          <pc:docMk/>
          <pc:sldMk cId="3289772576" sldId="256"/>
        </pc:sldMkLst>
        <pc:spChg chg="mod">
          <ac:chgData name="石坂　隼翔" userId="9d23e5a3-ba41-4296-9c9f-59c0047cb235" providerId="ADAL" clId="{D3BAB944-21B9-45C5-8613-0AE3405E1989}" dt="2026-09-11T01:09:34.316" v="11" actId="20577"/>
          <ac:spMkLst>
            <pc:docMk/>
            <pc:sldMk cId="3289772576" sldId="256"/>
            <ac:spMk id="23" creationId="{7F068451-EB65-4843-8107-3B6C2698A8BB}"/>
          </ac:spMkLst>
        </pc:spChg>
        <pc:picChg chg="mod">
          <ac:chgData name="石坂　隼翔" userId="9d23e5a3-ba41-4296-9c9f-59c0047cb235" providerId="ADAL" clId="{D3BAB944-21B9-45C5-8613-0AE3405E1989}" dt="2026-09-11T01:07:48.079" v="0" actId="1076"/>
          <ac:picMkLst>
            <pc:docMk/>
            <pc:sldMk cId="3289772576" sldId="256"/>
            <ac:picMk id="16" creationId="{D3A26175-F748-4AE6-BF9A-5EF00E60074F}"/>
          </ac:picMkLst>
        </pc:picChg>
        <pc:picChg chg="del">
          <ac:chgData name="石坂　隼翔" userId="9d23e5a3-ba41-4296-9c9f-59c0047cb235" providerId="ADAL" clId="{D3BAB944-21B9-45C5-8613-0AE3405E1989}" dt="2026-09-11T01:09:27.388" v="8" actId="478"/>
          <ac:picMkLst>
            <pc:docMk/>
            <pc:sldMk cId="3289772576" sldId="256"/>
            <ac:picMk id="20" creationId="{2BFCDCA0-E867-4011-A90F-44FEF97780EF}"/>
          </ac:picMkLst>
        </pc:picChg>
        <pc:picChg chg="del mod">
          <ac:chgData name="石坂　隼翔" userId="9d23e5a3-ba41-4296-9c9f-59c0047cb235" providerId="ADAL" clId="{D3BAB944-21B9-45C5-8613-0AE3405E1989}" dt="2026-09-11T01:09:29.729" v="10" actId="478"/>
          <ac:picMkLst>
            <pc:docMk/>
            <pc:sldMk cId="3289772576" sldId="256"/>
            <ac:picMk id="21" creationId="{469DB77B-E2A5-4100-BF34-9DDA85061162}"/>
          </ac:picMkLst>
        </pc:picChg>
        <pc:picChg chg="add del mod">
          <ac:chgData name="石坂　隼翔" userId="9d23e5a3-ba41-4296-9c9f-59c0047cb235" providerId="ADAL" clId="{D3BAB944-21B9-45C5-8613-0AE3405E1989}" dt="2026-09-11T01:09:03.245" v="5" actId="478"/>
          <ac:picMkLst>
            <pc:docMk/>
            <pc:sldMk cId="3289772576" sldId="256"/>
            <ac:picMk id="24" creationId="{1AE39668-2ACF-4F3A-912C-AF12641D4ED8}"/>
          </ac:picMkLst>
        </pc:picChg>
        <pc:picChg chg="add del mod">
          <ac:chgData name="石坂　隼翔" userId="9d23e5a3-ba41-4296-9c9f-59c0047cb235" providerId="ADAL" clId="{D3BAB944-21B9-45C5-8613-0AE3405E1989}" dt="2026-09-11T01:09:05.577" v="7" actId="478"/>
          <ac:picMkLst>
            <pc:docMk/>
            <pc:sldMk cId="3289772576" sldId="256"/>
            <ac:picMk id="26" creationId="{2C03F737-E12C-411E-A502-E49EF99A1B4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AC5F86-FFFF-43D9-9EEE-DEEEED410B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68D8901-3579-439E-A79C-24DBE6F8C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B986C2-E0C3-44EB-B1D3-9021584B0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1DAB9-D319-4559-B1FC-12D78B96D652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88F9E7-B95D-4C99-A028-DCE1C35B5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0F9908F-42FC-4982-BD47-CBC0C6C52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35D7-06C5-4173-9B60-FCD92289AD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8473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666A6B-8364-4872-831C-77B94042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0E7ED31-BDDC-4355-BACF-40B87BEA8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2AF5CF-F8AE-4A77-B12F-A66A96F6C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1DAB9-D319-4559-B1FC-12D78B96D652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0BAFFE-7525-4706-B659-5B507973B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1B9E37F-4237-4A1D-95D5-DAC21DBC1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35D7-06C5-4173-9B60-FCD92289AD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6579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DC55FD-1EFC-45EF-BCAE-7E07FC55F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D84BF24-3D95-441A-AE0C-E294AF786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CB8DBA-A235-4660-BD71-0EE8A4221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1DAB9-D319-4559-B1FC-12D78B96D652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B33CDA-4CDB-4972-A277-30AD63ABD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E13A96-852A-4A9B-B0CD-1DF5D49D3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35D7-06C5-4173-9B60-FCD92289AD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1887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16612D-02A0-4678-809A-9C6EB1CB6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32EE6B-9327-4E0B-AD61-AC45825AA7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66BC2C-2FCF-4754-A801-4FE4521A44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831A8AD-1A46-40A2-8B94-0DBC0BEE5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1DAB9-D319-4559-B1FC-12D78B96D652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3BB8F56-06A1-4460-B9DA-D6B285BD5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835BD42-7CF7-4583-9248-4D3F0C88E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35D7-06C5-4173-9B60-FCD92289AD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0274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B65D22-EFE5-432C-9B8B-1D12D3736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B7BFC13-F035-4735-A6BD-24BE9A956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438DC38-3F20-4B23-A540-A5514773A0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4A75933-A027-45A3-B113-C4942BB8C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EA12CA3-9A39-4B3D-947B-DC51591732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9D27363-F41C-479F-AAFA-D2C0F4744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1DAB9-D319-4559-B1FC-12D78B96D652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06E78F5-ECA2-4845-9770-999A927F9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68692FC-6B62-4CF5-BBDB-C22D9475B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35D7-06C5-4173-9B60-FCD92289AD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8683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89B8C6-ADAF-408B-B358-B61994ACA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EE0DD3C-F6B0-4D86-B598-3B03A82C2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1DAB9-D319-4559-B1FC-12D78B96D652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081ED6A-4F9B-4BD4-8BAC-AAB57C66F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84DE2E1-91A2-496B-8A74-1B2185D17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35D7-06C5-4173-9B60-FCD92289AD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5894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F758590-E403-466B-83BA-DEA83A5F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1DAB9-D319-4559-B1FC-12D78B96D652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A644941-7E52-4EBD-9CA8-437C047C1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E636E6A-21C3-417C-AE42-A97545EAC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35D7-06C5-4173-9B60-FCD92289AD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5256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D4AC35-183B-4439-B228-AFDD99E67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A57ABC-033D-4A7A-9046-DFF2ADAAE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748F32C-D610-4B6F-8944-4CCD12F436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1779F91-41D5-49BD-A8E5-9538643D6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1DAB9-D319-4559-B1FC-12D78B96D652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3FC30BF-D350-41E0-9114-1CA0A3020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848D767-CD59-4B7C-B897-3D3B14E72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35D7-06C5-4173-9B60-FCD92289AD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6712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118EF9-61DB-4AEE-A765-9E61A14A5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502302B-2B12-49FC-BE32-2920B757AB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3E8FE7F-42B6-4EB8-BD37-7F117653C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1037A90-3231-4781-8527-5F106C07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1DAB9-D319-4559-B1FC-12D78B96D652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BC41F3E-E6B6-4BA6-A6F3-FFC481CC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C3DA9FA-E286-4EE6-B529-791460835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35D7-06C5-4173-9B60-FCD92289AD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2706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F9FCDC-85B5-4FE2-A7E1-9FD852835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420B5E9-888C-43A5-AE63-98766DD9D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6B81CC-0E04-419D-B026-28280621B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1DAB9-D319-4559-B1FC-12D78B96D652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F94715-CC71-483F-883F-CD7BF9909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813E83-1E4F-4C95-A923-E2C35EEB3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35D7-06C5-4173-9B60-FCD92289AD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3367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3EF7000-E090-4653-80E5-790AF4DEC2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485D325-3EA8-452D-B5EB-3CDDF22B99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31A8B9-B5B4-467D-A8FD-CDA9480DB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1DAB9-D319-4559-B1FC-12D78B96D652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F23799-5AED-4BFF-AE01-FC8EDDD4B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9DB97A-9E62-4148-9647-C7A592A0A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35D7-06C5-4173-9B60-FCD92289AD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8406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D436769-A88E-48B2-A7FC-89C690DAC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7AD9B27-C55C-4C59-A36F-86CDB09B6C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525C1E-ECB2-453C-B16E-78F833B073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1DAB9-D319-4559-B1FC-12D78B96D652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43F86D-CA3B-4FE8-9D24-14C8FD0A35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7C47F3-ABDC-46A2-8628-EBE10937A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9935D7-06C5-4173-9B60-FCD92289AD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6472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EFB256B-CEBC-4DB0-9D57-0C7BF06139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87" y="682841"/>
            <a:ext cx="7160164" cy="4773443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56F1C5E7-5970-429B-9259-24AFDBA4A8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84" y="1401716"/>
            <a:ext cx="7160164" cy="477344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960396A3-CBB9-4737-B427-EEAA567A7F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4878" y="4153276"/>
            <a:ext cx="852200" cy="8522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6F01DB08-9BC6-4B07-95D6-68FFA0B7D5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92" y="2908155"/>
            <a:ext cx="1222613" cy="815075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474B7E7-B7D1-4809-BF9F-0CD7AE964C7A}"/>
              </a:ext>
            </a:extLst>
          </p:cNvPr>
          <p:cNvSpPr/>
          <p:nvPr/>
        </p:nvSpPr>
        <p:spPr>
          <a:xfrm>
            <a:off x="587082" y="859041"/>
            <a:ext cx="3384884" cy="21656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5BD8F6E2-E7E6-4BEC-A2AC-405427ACA2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417" y="856184"/>
            <a:ext cx="696422" cy="696422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A32CC9B4-A838-407D-8A4A-B069A9BCF5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417" y="3982443"/>
            <a:ext cx="902323" cy="902323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8FD77774-7144-4BFD-9C50-9E973FE712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8201" y="2586794"/>
            <a:ext cx="696422" cy="696422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D0552E49-8842-4499-AA06-E1E5D559D6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6216" y="2637572"/>
            <a:ext cx="360393" cy="573025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0F53ECE3-2E23-4A20-B186-46A81130C4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4807" y="2559944"/>
            <a:ext cx="696422" cy="696422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D3A26175-F748-4AE6-BF9A-5EF00E60074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080979" y="2723348"/>
            <a:ext cx="564078" cy="401472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5EBC1E6E-C707-45C6-AE94-73B6FF6DCE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431" y="917882"/>
            <a:ext cx="360393" cy="573025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0B5A6132-CA16-493F-994A-AE98E395CE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5217" y="4842941"/>
            <a:ext cx="446405" cy="229197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A07B70F2-41F7-4EE1-BAAC-962A7D1800C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4485" y="4532725"/>
            <a:ext cx="360393" cy="573025"/>
          </a:xfrm>
          <a:prstGeom prst="rect">
            <a:avLst/>
          </a:prstGeom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13D0E49-ADB0-4AFB-9B25-BC7728B74CA2}"/>
              </a:ext>
            </a:extLst>
          </p:cNvPr>
          <p:cNvSpPr txBox="1"/>
          <p:nvPr/>
        </p:nvSpPr>
        <p:spPr>
          <a:xfrm>
            <a:off x="8301753" y="446077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状態異常が複数付く場合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F068451-EB65-4843-8107-3B6C2698A8BB}"/>
              </a:ext>
            </a:extLst>
          </p:cNvPr>
          <p:cNvSpPr txBox="1"/>
          <p:nvPr/>
        </p:nvSpPr>
        <p:spPr>
          <a:xfrm>
            <a:off x="7897063" y="1226226"/>
            <a:ext cx="4108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右上の枠は現在ついている</a:t>
            </a:r>
            <a:r>
              <a:rPr lang="ja-JP" altLang="en-US" dirty="0"/>
              <a:t>状態異常を</a:t>
            </a:r>
            <a:endParaRPr lang="en-US" altLang="ja-JP" dirty="0"/>
          </a:p>
          <a:p>
            <a:r>
              <a:rPr lang="ja-JP" altLang="en-US" dirty="0"/>
              <a:t>切り替えて表示する</a:t>
            </a:r>
            <a:endParaRPr lang="en-US" altLang="ja-JP" dirty="0"/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A4FF4155-502E-4A38-B345-50B2F008015C}"/>
              </a:ext>
            </a:extLst>
          </p:cNvPr>
          <p:cNvCxnSpPr/>
          <p:nvPr/>
        </p:nvCxnSpPr>
        <p:spPr>
          <a:xfrm>
            <a:off x="9521325" y="2908155"/>
            <a:ext cx="32771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9772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7B2F124F2BF53C4FBAE98893AAB88401" ma:contentTypeVersion="12" ma:contentTypeDescription="新しいドキュメントを作成します。" ma:contentTypeScope="" ma:versionID="a37ea6e29fcce194e09686b3dc47e6ab">
  <xsd:schema xmlns:xsd="http://www.w3.org/2001/XMLSchema" xmlns:xs="http://www.w3.org/2001/XMLSchema" xmlns:p="http://schemas.microsoft.com/office/2006/metadata/properties" xmlns:ns2="d39827be-c99b-4bb1-959b-a4b46aebce25" xmlns:ns3="e92ada25-2dd7-48fc-9c24-e8f006fde88d" targetNamespace="http://schemas.microsoft.com/office/2006/metadata/properties" ma:root="true" ma:fieldsID="897c7b5d75468042cb6afc098f39298b" ns2:_="" ns3:_="">
    <xsd:import namespace="d39827be-c99b-4bb1-959b-a4b46aebce25"/>
    <xsd:import namespace="e92ada25-2dd7-48fc-9c24-e8f006fde8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9827be-c99b-4bb1-959b-a4b46aebce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画像タグ" ma:readOnly="false" ma:fieldId="{5cf76f15-5ced-4ddc-b409-7134ff3c332f}" ma:taxonomyMulti="true" ma:sspId="c7b788f1-635f-435b-a825-11a9aec0b6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2ada25-2dd7-48fc-9c24-e8f006fde88d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784e696b-dc80-428b-acce-24b043f138af}" ma:internalName="TaxCatchAll" ma:showField="CatchAllData" ma:web="e92ada25-2dd7-48fc-9c24-e8f006fde8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39827be-c99b-4bb1-959b-a4b46aebce25">
      <Terms xmlns="http://schemas.microsoft.com/office/infopath/2007/PartnerControls"/>
    </lcf76f155ced4ddcb4097134ff3c332f>
    <TaxCatchAll xmlns="e92ada25-2dd7-48fc-9c24-e8f006fde88d" xsi:nil="true"/>
  </documentManagement>
</p:properties>
</file>

<file path=customXml/itemProps1.xml><?xml version="1.0" encoding="utf-8"?>
<ds:datastoreItem xmlns:ds="http://schemas.openxmlformats.org/officeDocument/2006/customXml" ds:itemID="{7AB09F5A-6F7D-467F-BBC9-157BDC4A76FF}"/>
</file>

<file path=customXml/itemProps2.xml><?xml version="1.0" encoding="utf-8"?>
<ds:datastoreItem xmlns:ds="http://schemas.openxmlformats.org/officeDocument/2006/customXml" ds:itemID="{8CB5BF9A-CAF6-4887-AFEB-47637E9D20CF}"/>
</file>

<file path=customXml/itemProps3.xml><?xml version="1.0" encoding="utf-8"?>
<ds:datastoreItem xmlns:ds="http://schemas.openxmlformats.org/officeDocument/2006/customXml" ds:itemID="{D6A32919-07BE-4FF3-BF7B-DE72122C0CB3}"/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</Words>
  <Application>Microsoft Office PowerPoint</Application>
  <PresentationFormat>ワイド画面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石坂　隼翔</dc:creator>
  <cp:lastModifiedBy>石坂　隼翔</cp:lastModifiedBy>
  <cp:revision>2</cp:revision>
  <dcterms:created xsi:type="dcterms:W3CDTF">2026-09-10T05:17:36Z</dcterms:created>
  <dcterms:modified xsi:type="dcterms:W3CDTF">2026-09-11T01:09:42Z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0x0101007B2F124F2BF53C4FBAE98893AAB88401</vt:lpwstr>
  </property>
</Properties>
</file>